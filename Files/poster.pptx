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5999725" cx="251999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1338">
          <p15:clr>
            <a:srgbClr val="A4A3A4"/>
          </p15:clr>
        </p15:guide>
        <p15:guide id="2" pos="7937">
          <p15:clr>
            <a:srgbClr val="A4A3A4"/>
          </p15:clr>
        </p15:guide>
      </p15:sldGuideLst>
    </p:ext>
    <p:ext uri="GoogleSlidesCustomDataVersion2">
      <go:slidesCustomData xmlns:go="http://customooxmlschemas.google.com/" r:id="rId8" roundtripDataSignature="AMtx7mgc2qfOFWwVCC4+V7Mmw7CZo9WI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F5CDD0-2516-4AAF-8FB1-8FEB4DE70D9C}">
  <a:tblStyle styleId="{9CF5CDD0-2516-4AAF-8FB1-8FEB4DE70D9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338" orient="horz"/>
        <p:guide pos="7937"/>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3"/>
          <p:cNvSpPr txBox="1"/>
          <p:nvPr>
            <p:ph type="title"/>
          </p:nvPr>
        </p:nvSpPr>
        <p:spPr>
          <a:xfrm>
            <a:off x="1732499" y="1916661"/>
            <a:ext cx="21734978" cy="695828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4"/>
          <p:cNvSpPr txBox="1"/>
          <p:nvPr>
            <p:ph type="ctrTitle"/>
          </p:nvPr>
        </p:nvSpPr>
        <p:spPr>
          <a:xfrm>
            <a:off x="1889998" y="5891626"/>
            <a:ext cx="21419979" cy="1253324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6535"/>
              <a:buFont typeface="Calibri"/>
              <a:buNone/>
              <a:defRPr sz="1653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subTitle"/>
          </p:nvPr>
        </p:nvSpPr>
        <p:spPr>
          <a:xfrm>
            <a:off x="3149997" y="18908198"/>
            <a:ext cx="18899981" cy="8691601"/>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2756"/>
              </a:spcBef>
              <a:spcAft>
                <a:spcPts val="0"/>
              </a:spcAft>
              <a:buClr>
                <a:schemeClr val="dk1"/>
              </a:buClr>
              <a:buSzPts val="6614"/>
              <a:buNone/>
              <a:defRPr sz="6614"/>
            </a:lvl1pPr>
            <a:lvl2pPr lvl="1" algn="ctr">
              <a:lnSpc>
                <a:spcPct val="90000"/>
              </a:lnSpc>
              <a:spcBef>
                <a:spcPts val="1378"/>
              </a:spcBef>
              <a:spcAft>
                <a:spcPts val="0"/>
              </a:spcAft>
              <a:buClr>
                <a:schemeClr val="dk1"/>
              </a:buClr>
              <a:buSzPts val="5512"/>
              <a:buNone/>
              <a:defRPr sz="5512"/>
            </a:lvl2pPr>
            <a:lvl3pPr lvl="2" algn="ctr">
              <a:lnSpc>
                <a:spcPct val="90000"/>
              </a:lnSpc>
              <a:spcBef>
                <a:spcPts val="1378"/>
              </a:spcBef>
              <a:spcAft>
                <a:spcPts val="0"/>
              </a:spcAft>
              <a:buClr>
                <a:schemeClr val="dk1"/>
              </a:buClr>
              <a:buSzPts val="4961"/>
              <a:buNone/>
              <a:defRPr sz="4961"/>
            </a:lvl3pPr>
            <a:lvl4pPr lvl="3" algn="ctr">
              <a:lnSpc>
                <a:spcPct val="90000"/>
              </a:lnSpc>
              <a:spcBef>
                <a:spcPts val="1378"/>
              </a:spcBef>
              <a:spcAft>
                <a:spcPts val="0"/>
              </a:spcAft>
              <a:buClr>
                <a:schemeClr val="dk1"/>
              </a:buClr>
              <a:buSzPts val="4409"/>
              <a:buNone/>
              <a:defRPr sz="4409"/>
            </a:lvl4pPr>
            <a:lvl5pPr lvl="4" algn="ctr">
              <a:lnSpc>
                <a:spcPct val="90000"/>
              </a:lnSpc>
              <a:spcBef>
                <a:spcPts val="1378"/>
              </a:spcBef>
              <a:spcAft>
                <a:spcPts val="0"/>
              </a:spcAft>
              <a:buClr>
                <a:schemeClr val="dk1"/>
              </a:buClr>
              <a:buSzPts val="4409"/>
              <a:buNone/>
              <a:defRPr sz="4409"/>
            </a:lvl5pPr>
            <a:lvl6pPr lvl="5" algn="ctr">
              <a:lnSpc>
                <a:spcPct val="90000"/>
              </a:lnSpc>
              <a:spcBef>
                <a:spcPts val="1378"/>
              </a:spcBef>
              <a:spcAft>
                <a:spcPts val="0"/>
              </a:spcAft>
              <a:buClr>
                <a:schemeClr val="dk1"/>
              </a:buClr>
              <a:buSzPts val="4409"/>
              <a:buNone/>
              <a:defRPr sz="4409"/>
            </a:lvl6pPr>
            <a:lvl7pPr lvl="6" algn="ctr">
              <a:lnSpc>
                <a:spcPct val="90000"/>
              </a:lnSpc>
              <a:spcBef>
                <a:spcPts val="1378"/>
              </a:spcBef>
              <a:spcAft>
                <a:spcPts val="0"/>
              </a:spcAft>
              <a:buClr>
                <a:schemeClr val="dk1"/>
              </a:buClr>
              <a:buSzPts val="4409"/>
              <a:buNone/>
              <a:defRPr sz="4409"/>
            </a:lvl7pPr>
            <a:lvl8pPr lvl="7" algn="ctr">
              <a:lnSpc>
                <a:spcPct val="90000"/>
              </a:lnSpc>
              <a:spcBef>
                <a:spcPts val="1378"/>
              </a:spcBef>
              <a:spcAft>
                <a:spcPts val="0"/>
              </a:spcAft>
              <a:buClr>
                <a:schemeClr val="dk1"/>
              </a:buClr>
              <a:buSzPts val="4409"/>
              <a:buNone/>
              <a:defRPr sz="4409"/>
            </a:lvl8pPr>
            <a:lvl9pPr lvl="8" algn="ctr">
              <a:lnSpc>
                <a:spcPct val="90000"/>
              </a:lnSpc>
              <a:spcBef>
                <a:spcPts val="1378"/>
              </a:spcBef>
              <a:spcAft>
                <a:spcPts val="0"/>
              </a:spcAft>
              <a:buClr>
                <a:schemeClr val="dk1"/>
              </a:buClr>
              <a:buSzPts val="4409"/>
              <a:buNone/>
              <a:defRPr sz="4409"/>
            </a:lvl9pPr>
          </a:lstStyle>
          <a:p/>
        </p:txBody>
      </p:sp>
      <p:sp>
        <p:nvSpPr>
          <p:cNvPr id="19" name="Google Shape;19;p4"/>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5"/>
          <p:cNvSpPr txBox="1"/>
          <p:nvPr>
            <p:ph type="title"/>
          </p:nvPr>
        </p:nvSpPr>
        <p:spPr>
          <a:xfrm>
            <a:off x="1732499" y="1916661"/>
            <a:ext cx="21734978" cy="695828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5"/>
          <p:cNvSpPr txBox="1"/>
          <p:nvPr>
            <p:ph idx="1" type="body"/>
          </p:nvPr>
        </p:nvSpPr>
        <p:spPr>
          <a:xfrm>
            <a:off x="1732499" y="9583264"/>
            <a:ext cx="21734978" cy="2284150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756"/>
              </a:spcBef>
              <a:spcAft>
                <a:spcPts val="0"/>
              </a:spcAft>
              <a:buClr>
                <a:schemeClr val="dk1"/>
              </a:buClr>
              <a:buSzPts val="1800"/>
              <a:buChar char="•"/>
              <a:defRPr/>
            </a:lvl1pPr>
            <a:lvl2pPr indent="-342900" lvl="1" marL="914400" algn="l">
              <a:lnSpc>
                <a:spcPct val="90000"/>
              </a:lnSpc>
              <a:spcBef>
                <a:spcPts val="1378"/>
              </a:spcBef>
              <a:spcAft>
                <a:spcPts val="0"/>
              </a:spcAft>
              <a:buClr>
                <a:schemeClr val="dk1"/>
              </a:buClr>
              <a:buSzPts val="1800"/>
              <a:buChar char="•"/>
              <a:defRPr/>
            </a:lvl2pPr>
            <a:lvl3pPr indent="-342900" lvl="2" marL="1371600" algn="l">
              <a:lnSpc>
                <a:spcPct val="90000"/>
              </a:lnSpc>
              <a:spcBef>
                <a:spcPts val="1378"/>
              </a:spcBef>
              <a:spcAft>
                <a:spcPts val="0"/>
              </a:spcAft>
              <a:buClr>
                <a:schemeClr val="dk1"/>
              </a:buClr>
              <a:buSzPts val="1800"/>
              <a:buChar char="•"/>
              <a:defRPr/>
            </a:lvl3pPr>
            <a:lvl4pPr indent="-342900" lvl="3" marL="1828800" algn="l">
              <a:lnSpc>
                <a:spcPct val="90000"/>
              </a:lnSpc>
              <a:spcBef>
                <a:spcPts val="1378"/>
              </a:spcBef>
              <a:spcAft>
                <a:spcPts val="0"/>
              </a:spcAft>
              <a:buClr>
                <a:schemeClr val="dk1"/>
              </a:buClr>
              <a:buSzPts val="1800"/>
              <a:buChar char="•"/>
              <a:defRPr/>
            </a:lvl4pPr>
            <a:lvl5pPr indent="-342900" lvl="4" marL="2286000" algn="l">
              <a:lnSpc>
                <a:spcPct val="90000"/>
              </a:lnSpc>
              <a:spcBef>
                <a:spcPts val="1378"/>
              </a:spcBef>
              <a:spcAft>
                <a:spcPts val="0"/>
              </a:spcAft>
              <a:buClr>
                <a:schemeClr val="dk1"/>
              </a:buClr>
              <a:buSzPts val="1800"/>
              <a:buChar char="•"/>
              <a:defRPr/>
            </a:lvl5pPr>
            <a:lvl6pPr indent="-342900" lvl="5" marL="2743200" algn="l">
              <a:lnSpc>
                <a:spcPct val="90000"/>
              </a:lnSpc>
              <a:spcBef>
                <a:spcPts val="1378"/>
              </a:spcBef>
              <a:spcAft>
                <a:spcPts val="0"/>
              </a:spcAft>
              <a:buClr>
                <a:schemeClr val="dk1"/>
              </a:buClr>
              <a:buSzPts val="1800"/>
              <a:buChar char="•"/>
              <a:defRPr/>
            </a:lvl6pPr>
            <a:lvl7pPr indent="-342900" lvl="6" marL="3200400" algn="l">
              <a:lnSpc>
                <a:spcPct val="90000"/>
              </a:lnSpc>
              <a:spcBef>
                <a:spcPts val="1378"/>
              </a:spcBef>
              <a:spcAft>
                <a:spcPts val="0"/>
              </a:spcAft>
              <a:buClr>
                <a:schemeClr val="dk1"/>
              </a:buClr>
              <a:buSzPts val="1800"/>
              <a:buChar char="•"/>
              <a:defRPr/>
            </a:lvl7pPr>
            <a:lvl8pPr indent="-342900" lvl="7" marL="3657600" algn="l">
              <a:lnSpc>
                <a:spcPct val="90000"/>
              </a:lnSpc>
              <a:spcBef>
                <a:spcPts val="1378"/>
              </a:spcBef>
              <a:spcAft>
                <a:spcPts val="0"/>
              </a:spcAft>
              <a:buClr>
                <a:schemeClr val="dk1"/>
              </a:buClr>
              <a:buSzPts val="1800"/>
              <a:buChar char="•"/>
              <a:defRPr/>
            </a:lvl8pPr>
            <a:lvl9pPr indent="-342900" lvl="8" marL="4114800" algn="l">
              <a:lnSpc>
                <a:spcPct val="90000"/>
              </a:lnSpc>
              <a:spcBef>
                <a:spcPts val="1378"/>
              </a:spcBef>
              <a:spcAft>
                <a:spcPts val="0"/>
              </a:spcAft>
              <a:buClr>
                <a:schemeClr val="dk1"/>
              </a:buClr>
              <a:buSzPts val="1800"/>
              <a:buChar char="•"/>
              <a:defRPr/>
            </a:lvl9pPr>
          </a:lstStyle>
          <a:p/>
        </p:txBody>
      </p:sp>
      <p:sp>
        <p:nvSpPr>
          <p:cNvPr id="25" name="Google Shape;25;p5"/>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6"/>
          <p:cNvSpPr txBox="1"/>
          <p:nvPr>
            <p:ph type="title"/>
          </p:nvPr>
        </p:nvSpPr>
        <p:spPr>
          <a:xfrm>
            <a:off x="1719375" y="8974945"/>
            <a:ext cx="21734978" cy="149748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6535"/>
              <a:buFont typeface="Calibri"/>
              <a:buNone/>
              <a:defRPr sz="1653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6"/>
          <p:cNvSpPr txBox="1"/>
          <p:nvPr>
            <p:ph idx="1" type="body"/>
          </p:nvPr>
        </p:nvSpPr>
        <p:spPr>
          <a:xfrm>
            <a:off x="1719375" y="24091502"/>
            <a:ext cx="21734978" cy="78749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756"/>
              </a:spcBef>
              <a:spcAft>
                <a:spcPts val="0"/>
              </a:spcAft>
              <a:buClr>
                <a:schemeClr val="dk1"/>
              </a:buClr>
              <a:buSzPts val="6614"/>
              <a:buNone/>
              <a:defRPr sz="6614">
                <a:solidFill>
                  <a:schemeClr val="dk1"/>
                </a:solidFill>
              </a:defRPr>
            </a:lvl1pPr>
            <a:lvl2pPr indent="-228600" lvl="1" marL="914400" algn="l">
              <a:lnSpc>
                <a:spcPct val="90000"/>
              </a:lnSpc>
              <a:spcBef>
                <a:spcPts val="1378"/>
              </a:spcBef>
              <a:spcAft>
                <a:spcPts val="0"/>
              </a:spcAft>
              <a:buClr>
                <a:srgbClr val="888888"/>
              </a:buClr>
              <a:buSzPts val="5512"/>
              <a:buNone/>
              <a:defRPr sz="5512">
                <a:solidFill>
                  <a:srgbClr val="888888"/>
                </a:solidFill>
              </a:defRPr>
            </a:lvl2pPr>
            <a:lvl3pPr indent="-228600" lvl="2" marL="1371600" algn="l">
              <a:lnSpc>
                <a:spcPct val="90000"/>
              </a:lnSpc>
              <a:spcBef>
                <a:spcPts val="1378"/>
              </a:spcBef>
              <a:spcAft>
                <a:spcPts val="0"/>
              </a:spcAft>
              <a:buClr>
                <a:srgbClr val="888888"/>
              </a:buClr>
              <a:buSzPts val="4961"/>
              <a:buNone/>
              <a:defRPr sz="4961">
                <a:solidFill>
                  <a:srgbClr val="888888"/>
                </a:solidFill>
              </a:defRPr>
            </a:lvl3pPr>
            <a:lvl4pPr indent="-228600" lvl="3" marL="1828800" algn="l">
              <a:lnSpc>
                <a:spcPct val="90000"/>
              </a:lnSpc>
              <a:spcBef>
                <a:spcPts val="1378"/>
              </a:spcBef>
              <a:spcAft>
                <a:spcPts val="0"/>
              </a:spcAft>
              <a:buClr>
                <a:srgbClr val="888888"/>
              </a:buClr>
              <a:buSzPts val="4409"/>
              <a:buNone/>
              <a:defRPr sz="4409">
                <a:solidFill>
                  <a:srgbClr val="888888"/>
                </a:solidFill>
              </a:defRPr>
            </a:lvl4pPr>
            <a:lvl5pPr indent="-228600" lvl="4" marL="2286000" algn="l">
              <a:lnSpc>
                <a:spcPct val="90000"/>
              </a:lnSpc>
              <a:spcBef>
                <a:spcPts val="1378"/>
              </a:spcBef>
              <a:spcAft>
                <a:spcPts val="0"/>
              </a:spcAft>
              <a:buClr>
                <a:srgbClr val="888888"/>
              </a:buClr>
              <a:buSzPts val="4409"/>
              <a:buNone/>
              <a:defRPr sz="4409">
                <a:solidFill>
                  <a:srgbClr val="888888"/>
                </a:solidFill>
              </a:defRPr>
            </a:lvl5pPr>
            <a:lvl6pPr indent="-228600" lvl="5" marL="2743200" algn="l">
              <a:lnSpc>
                <a:spcPct val="90000"/>
              </a:lnSpc>
              <a:spcBef>
                <a:spcPts val="1378"/>
              </a:spcBef>
              <a:spcAft>
                <a:spcPts val="0"/>
              </a:spcAft>
              <a:buClr>
                <a:srgbClr val="888888"/>
              </a:buClr>
              <a:buSzPts val="4409"/>
              <a:buNone/>
              <a:defRPr sz="4409">
                <a:solidFill>
                  <a:srgbClr val="888888"/>
                </a:solidFill>
              </a:defRPr>
            </a:lvl6pPr>
            <a:lvl7pPr indent="-228600" lvl="6" marL="3200400" algn="l">
              <a:lnSpc>
                <a:spcPct val="90000"/>
              </a:lnSpc>
              <a:spcBef>
                <a:spcPts val="1378"/>
              </a:spcBef>
              <a:spcAft>
                <a:spcPts val="0"/>
              </a:spcAft>
              <a:buClr>
                <a:srgbClr val="888888"/>
              </a:buClr>
              <a:buSzPts val="4409"/>
              <a:buNone/>
              <a:defRPr sz="4409">
                <a:solidFill>
                  <a:srgbClr val="888888"/>
                </a:solidFill>
              </a:defRPr>
            </a:lvl7pPr>
            <a:lvl8pPr indent="-228600" lvl="7" marL="3657600" algn="l">
              <a:lnSpc>
                <a:spcPct val="90000"/>
              </a:lnSpc>
              <a:spcBef>
                <a:spcPts val="1378"/>
              </a:spcBef>
              <a:spcAft>
                <a:spcPts val="0"/>
              </a:spcAft>
              <a:buClr>
                <a:srgbClr val="888888"/>
              </a:buClr>
              <a:buSzPts val="4409"/>
              <a:buNone/>
              <a:defRPr sz="4409">
                <a:solidFill>
                  <a:srgbClr val="888888"/>
                </a:solidFill>
              </a:defRPr>
            </a:lvl8pPr>
            <a:lvl9pPr indent="-228600" lvl="8" marL="4114800" algn="l">
              <a:lnSpc>
                <a:spcPct val="90000"/>
              </a:lnSpc>
              <a:spcBef>
                <a:spcPts val="1378"/>
              </a:spcBef>
              <a:spcAft>
                <a:spcPts val="0"/>
              </a:spcAft>
              <a:buClr>
                <a:srgbClr val="888888"/>
              </a:buClr>
              <a:buSzPts val="4409"/>
              <a:buNone/>
              <a:defRPr sz="4409">
                <a:solidFill>
                  <a:srgbClr val="888888"/>
                </a:solidFill>
              </a:defRPr>
            </a:lvl9pPr>
          </a:lstStyle>
          <a:p/>
        </p:txBody>
      </p:sp>
      <p:sp>
        <p:nvSpPr>
          <p:cNvPr id="31" name="Google Shape;31;p6"/>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7"/>
          <p:cNvSpPr txBox="1"/>
          <p:nvPr>
            <p:ph type="title"/>
          </p:nvPr>
        </p:nvSpPr>
        <p:spPr>
          <a:xfrm>
            <a:off x="1732499" y="1916661"/>
            <a:ext cx="21734978" cy="695828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1732498" y="9583264"/>
            <a:ext cx="10709989" cy="2284150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756"/>
              </a:spcBef>
              <a:spcAft>
                <a:spcPts val="0"/>
              </a:spcAft>
              <a:buClr>
                <a:schemeClr val="dk1"/>
              </a:buClr>
              <a:buSzPts val="1800"/>
              <a:buChar char="•"/>
              <a:defRPr/>
            </a:lvl1pPr>
            <a:lvl2pPr indent="-342900" lvl="1" marL="914400" algn="l">
              <a:lnSpc>
                <a:spcPct val="90000"/>
              </a:lnSpc>
              <a:spcBef>
                <a:spcPts val="1378"/>
              </a:spcBef>
              <a:spcAft>
                <a:spcPts val="0"/>
              </a:spcAft>
              <a:buClr>
                <a:schemeClr val="dk1"/>
              </a:buClr>
              <a:buSzPts val="1800"/>
              <a:buChar char="•"/>
              <a:defRPr/>
            </a:lvl2pPr>
            <a:lvl3pPr indent="-342900" lvl="2" marL="1371600" algn="l">
              <a:lnSpc>
                <a:spcPct val="90000"/>
              </a:lnSpc>
              <a:spcBef>
                <a:spcPts val="1378"/>
              </a:spcBef>
              <a:spcAft>
                <a:spcPts val="0"/>
              </a:spcAft>
              <a:buClr>
                <a:schemeClr val="dk1"/>
              </a:buClr>
              <a:buSzPts val="1800"/>
              <a:buChar char="•"/>
              <a:defRPr/>
            </a:lvl3pPr>
            <a:lvl4pPr indent="-342900" lvl="3" marL="1828800" algn="l">
              <a:lnSpc>
                <a:spcPct val="90000"/>
              </a:lnSpc>
              <a:spcBef>
                <a:spcPts val="1378"/>
              </a:spcBef>
              <a:spcAft>
                <a:spcPts val="0"/>
              </a:spcAft>
              <a:buClr>
                <a:schemeClr val="dk1"/>
              </a:buClr>
              <a:buSzPts val="1800"/>
              <a:buChar char="•"/>
              <a:defRPr/>
            </a:lvl4pPr>
            <a:lvl5pPr indent="-342900" lvl="4" marL="2286000" algn="l">
              <a:lnSpc>
                <a:spcPct val="90000"/>
              </a:lnSpc>
              <a:spcBef>
                <a:spcPts val="1378"/>
              </a:spcBef>
              <a:spcAft>
                <a:spcPts val="0"/>
              </a:spcAft>
              <a:buClr>
                <a:schemeClr val="dk1"/>
              </a:buClr>
              <a:buSzPts val="1800"/>
              <a:buChar char="•"/>
              <a:defRPr/>
            </a:lvl5pPr>
            <a:lvl6pPr indent="-342900" lvl="5" marL="2743200" algn="l">
              <a:lnSpc>
                <a:spcPct val="90000"/>
              </a:lnSpc>
              <a:spcBef>
                <a:spcPts val="1378"/>
              </a:spcBef>
              <a:spcAft>
                <a:spcPts val="0"/>
              </a:spcAft>
              <a:buClr>
                <a:schemeClr val="dk1"/>
              </a:buClr>
              <a:buSzPts val="1800"/>
              <a:buChar char="•"/>
              <a:defRPr/>
            </a:lvl6pPr>
            <a:lvl7pPr indent="-342900" lvl="6" marL="3200400" algn="l">
              <a:lnSpc>
                <a:spcPct val="90000"/>
              </a:lnSpc>
              <a:spcBef>
                <a:spcPts val="1378"/>
              </a:spcBef>
              <a:spcAft>
                <a:spcPts val="0"/>
              </a:spcAft>
              <a:buClr>
                <a:schemeClr val="dk1"/>
              </a:buClr>
              <a:buSzPts val="1800"/>
              <a:buChar char="•"/>
              <a:defRPr/>
            </a:lvl7pPr>
            <a:lvl8pPr indent="-342900" lvl="7" marL="3657600" algn="l">
              <a:lnSpc>
                <a:spcPct val="90000"/>
              </a:lnSpc>
              <a:spcBef>
                <a:spcPts val="1378"/>
              </a:spcBef>
              <a:spcAft>
                <a:spcPts val="0"/>
              </a:spcAft>
              <a:buClr>
                <a:schemeClr val="dk1"/>
              </a:buClr>
              <a:buSzPts val="1800"/>
              <a:buChar char="•"/>
              <a:defRPr/>
            </a:lvl8pPr>
            <a:lvl9pPr indent="-342900" lvl="8" marL="4114800" algn="l">
              <a:lnSpc>
                <a:spcPct val="90000"/>
              </a:lnSpc>
              <a:spcBef>
                <a:spcPts val="1378"/>
              </a:spcBef>
              <a:spcAft>
                <a:spcPts val="0"/>
              </a:spcAft>
              <a:buClr>
                <a:schemeClr val="dk1"/>
              </a:buClr>
              <a:buSzPts val="1800"/>
              <a:buChar char="•"/>
              <a:defRPr/>
            </a:lvl9pPr>
          </a:lstStyle>
          <a:p/>
        </p:txBody>
      </p:sp>
      <p:sp>
        <p:nvSpPr>
          <p:cNvPr id="37" name="Google Shape;37;p7"/>
          <p:cNvSpPr txBox="1"/>
          <p:nvPr>
            <p:ph idx="2" type="body"/>
          </p:nvPr>
        </p:nvSpPr>
        <p:spPr>
          <a:xfrm>
            <a:off x="12757488" y="9583264"/>
            <a:ext cx="10709989" cy="2284150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756"/>
              </a:spcBef>
              <a:spcAft>
                <a:spcPts val="0"/>
              </a:spcAft>
              <a:buClr>
                <a:schemeClr val="dk1"/>
              </a:buClr>
              <a:buSzPts val="1800"/>
              <a:buChar char="•"/>
              <a:defRPr/>
            </a:lvl1pPr>
            <a:lvl2pPr indent="-342900" lvl="1" marL="914400" algn="l">
              <a:lnSpc>
                <a:spcPct val="90000"/>
              </a:lnSpc>
              <a:spcBef>
                <a:spcPts val="1378"/>
              </a:spcBef>
              <a:spcAft>
                <a:spcPts val="0"/>
              </a:spcAft>
              <a:buClr>
                <a:schemeClr val="dk1"/>
              </a:buClr>
              <a:buSzPts val="1800"/>
              <a:buChar char="•"/>
              <a:defRPr/>
            </a:lvl2pPr>
            <a:lvl3pPr indent="-342900" lvl="2" marL="1371600" algn="l">
              <a:lnSpc>
                <a:spcPct val="90000"/>
              </a:lnSpc>
              <a:spcBef>
                <a:spcPts val="1378"/>
              </a:spcBef>
              <a:spcAft>
                <a:spcPts val="0"/>
              </a:spcAft>
              <a:buClr>
                <a:schemeClr val="dk1"/>
              </a:buClr>
              <a:buSzPts val="1800"/>
              <a:buChar char="•"/>
              <a:defRPr/>
            </a:lvl3pPr>
            <a:lvl4pPr indent="-342900" lvl="3" marL="1828800" algn="l">
              <a:lnSpc>
                <a:spcPct val="90000"/>
              </a:lnSpc>
              <a:spcBef>
                <a:spcPts val="1378"/>
              </a:spcBef>
              <a:spcAft>
                <a:spcPts val="0"/>
              </a:spcAft>
              <a:buClr>
                <a:schemeClr val="dk1"/>
              </a:buClr>
              <a:buSzPts val="1800"/>
              <a:buChar char="•"/>
              <a:defRPr/>
            </a:lvl4pPr>
            <a:lvl5pPr indent="-342900" lvl="4" marL="2286000" algn="l">
              <a:lnSpc>
                <a:spcPct val="90000"/>
              </a:lnSpc>
              <a:spcBef>
                <a:spcPts val="1378"/>
              </a:spcBef>
              <a:spcAft>
                <a:spcPts val="0"/>
              </a:spcAft>
              <a:buClr>
                <a:schemeClr val="dk1"/>
              </a:buClr>
              <a:buSzPts val="1800"/>
              <a:buChar char="•"/>
              <a:defRPr/>
            </a:lvl5pPr>
            <a:lvl6pPr indent="-342900" lvl="5" marL="2743200" algn="l">
              <a:lnSpc>
                <a:spcPct val="90000"/>
              </a:lnSpc>
              <a:spcBef>
                <a:spcPts val="1378"/>
              </a:spcBef>
              <a:spcAft>
                <a:spcPts val="0"/>
              </a:spcAft>
              <a:buClr>
                <a:schemeClr val="dk1"/>
              </a:buClr>
              <a:buSzPts val="1800"/>
              <a:buChar char="•"/>
              <a:defRPr/>
            </a:lvl6pPr>
            <a:lvl7pPr indent="-342900" lvl="6" marL="3200400" algn="l">
              <a:lnSpc>
                <a:spcPct val="90000"/>
              </a:lnSpc>
              <a:spcBef>
                <a:spcPts val="1378"/>
              </a:spcBef>
              <a:spcAft>
                <a:spcPts val="0"/>
              </a:spcAft>
              <a:buClr>
                <a:schemeClr val="dk1"/>
              </a:buClr>
              <a:buSzPts val="1800"/>
              <a:buChar char="•"/>
              <a:defRPr/>
            </a:lvl7pPr>
            <a:lvl8pPr indent="-342900" lvl="7" marL="3657600" algn="l">
              <a:lnSpc>
                <a:spcPct val="90000"/>
              </a:lnSpc>
              <a:spcBef>
                <a:spcPts val="1378"/>
              </a:spcBef>
              <a:spcAft>
                <a:spcPts val="0"/>
              </a:spcAft>
              <a:buClr>
                <a:schemeClr val="dk1"/>
              </a:buClr>
              <a:buSzPts val="1800"/>
              <a:buChar char="•"/>
              <a:defRPr/>
            </a:lvl8pPr>
            <a:lvl9pPr indent="-342900" lvl="8" marL="4114800" algn="l">
              <a:lnSpc>
                <a:spcPct val="90000"/>
              </a:lnSpc>
              <a:spcBef>
                <a:spcPts val="1378"/>
              </a:spcBef>
              <a:spcAft>
                <a:spcPts val="0"/>
              </a:spcAft>
              <a:buClr>
                <a:schemeClr val="dk1"/>
              </a:buClr>
              <a:buSzPts val="1800"/>
              <a:buChar char="•"/>
              <a:defRPr/>
            </a:lvl9pPr>
          </a:lstStyle>
          <a:p/>
        </p:txBody>
      </p:sp>
      <p:sp>
        <p:nvSpPr>
          <p:cNvPr id="38" name="Google Shape;38;p7"/>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7"/>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8"/>
          <p:cNvSpPr txBox="1"/>
          <p:nvPr>
            <p:ph type="title"/>
          </p:nvPr>
        </p:nvSpPr>
        <p:spPr>
          <a:xfrm>
            <a:off x="1735781" y="1916661"/>
            <a:ext cx="21734978" cy="695828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8"/>
          <p:cNvSpPr txBox="1"/>
          <p:nvPr>
            <p:ph idx="1" type="body"/>
          </p:nvPr>
        </p:nvSpPr>
        <p:spPr>
          <a:xfrm>
            <a:off x="1735783" y="8824938"/>
            <a:ext cx="10660769" cy="432496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756"/>
              </a:spcBef>
              <a:spcAft>
                <a:spcPts val="0"/>
              </a:spcAft>
              <a:buClr>
                <a:schemeClr val="dk1"/>
              </a:buClr>
              <a:buSzPts val="6614"/>
              <a:buNone/>
              <a:defRPr b="1" sz="6614"/>
            </a:lvl1pPr>
            <a:lvl2pPr indent="-228600" lvl="1" marL="914400" algn="l">
              <a:lnSpc>
                <a:spcPct val="90000"/>
              </a:lnSpc>
              <a:spcBef>
                <a:spcPts val="1378"/>
              </a:spcBef>
              <a:spcAft>
                <a:spcPts val="0"/>
              </a:spcAft>
              <a:buClr>
                <a:schemeClr val="dk1"/>
              </a:buClr>
              <a:buSzPts val="5512"/>
              <a:buNone/>
              <a:defRPr b="1" sz="5512"/>
            </a:lvl2pPr>
            <a:lvl3pPr indent="-228600" lvl="2" marL="1371600" algn="l">
              <a:lnSpc>
                <a:spcPct val="90000"/>
              </a:lnSpc>
              <a:spcBef>
                <a:spcPts val="1378"/>
              </a:spcBef>
              <a:spcAft>
                <a:spcPts val="0"/>
              </a:spcAft>
              <a:buClr>
                <a:schemeClr val="dk1"/>
              </a:buClr>
              <a:buSzPts val="4961"/>
              <a:buNone/>
              <a:defRPr b="1" sz="4961"/>
            </a:lvl3pPr>
            <a:lvl4pPr indent="-228600" lvl="3" marL="1828800" algn="l">
              <a:lnSpc>
                <a:spcPct val="90000"/>
              </a:lnSpc>
              <a:spcBef>
                <a:spcPts val="1378"/>
              </a:spcBef>
              <a:spcAft>
                <a:spcPts val="0"/>
              </a:spcAft>
              <a:buClr>
                <a:schemeClr val="dk1"/>
              </a:buClr>
              <a:buSzPts val="4409"/>
              <a:buNone/>
              <a:defRPr b="1" sz="4409"/>
            </a:lvl4pPr>
            <a:lvl5pPr indent="-228600" lvl="4" marL="2286000" algn="l">
              <a:lnSpc>
                <a:spcPct val="90000"/>
              </a:lnSpc>
              <a:spcBef>
                <a:spcPts val="1378"/>
              </a:spcBef>
              <a:spcAft>
                <a:spcPts val="0"/>
              </a:spcAft>
              <a:buClr>
                <a:schemeClr val="dk1"/>
              </a:buClr>
              <a:buSzPts val="4409"/>
              <a:buNone/>
              <a:defRPr b="1" sz="4409"/>
            </a:lvl5pPr>
            <a:lvl6pPr indent="-228600" lvl="5" marL="2743200" algn="l">
              <a:lnSpc>
                <a:spcPct val="90000"/>
              </a:lnSpc>
              <a:spcBef>
                <a:spcPts val="1378"/>
              </a:spcBef>
              <a:spcAft>
                <a:spcPts val="0"/>
              </a:spcAft>
              <a:buClr>
                <a:schemeClr val="dk1"/>
              </a:buClr>
              <a:buSzPts val="4409"/>
              <a:buNone/>
              <a:defRPr b="1" sz="4409"/>
            </a:lvl6pPr>
            <a:lvl7pPr indent="-228600" lvl="6" marL="3200400" algn="l">
              <a:lnSpc>
                <a:spcPct val="90000"/>
              </a:lnSpc>
              <a:spcBef>
                <a:spcPts val="1378"/>
              </a:spcBef>
              <a:spcAft>
                <a:spcPts val="0"/>
              </a:spcAft>
              <a:buClr>
                <a:schemeClr val="dk1"/>
              </a:buClr>
              <a:buSzPts val="4409"/>
              <a:buNone/>
              <a:defRPr b="1" sz="4409"/>
            </a:lvl7pPr>
            <a:lvl8pPr indent="-228600" lvl="7" marL="3657600" algn="l">
              <a:lnSpc>
                <a:spcPct val="90000"/>
              </a:lnSpc>
              <a:spcBef>
                <a:spcPts val="1378"/>
              </a:spcBef>
              <a:spcAft>
                <a:spcPts val="0"/>
              </a:spcAft>
              <a:buClr>
                <a:schemeClr val="dk1"/>
              </a:buClr>
              <a:buSzPts val="4409"/>
              <a:buNone/>
              <a:defRPr b="1" sz="4409"/>
            </a:lvl8pPr>
            <a:lvl9pPr indent="-228600" lvl="8" marL="4114800" algn="l">
              <a:lnSpc>
                <a:spcPct val="90000"/>
              </a:lnSpc>
              <a:spcBef>
                <a:spcPts val="1378"/>
              </a:spcBef>
              <a:spcAft>
                <a:spcPts val="0"/>
              </a:spcAft>
              <a:buClr>
                <a:schemeClr val="dk1"/>
              </a:buClr>
              <a:buSzPts val="4409"/>
              <a:buNone/>
              <a:defRPr b="1" sz="4409"/>
            </a:lvl9pPr>
          </a:lstStyle>
          <a:p/>
        </p:txBody>
      </p:sp>
      <p:sp>
        <p:nvSpPr>
          <p:cNvPr id="44" name="Google Shape;44;p8"/>
          <p:cNvSpPr txBox="1"/>
          <p:nvPr>
            <p:ph idx="2" type="body"/>
          </p:nvPr>
        </p:nvSpPr>
        <p:spPr>
          <a:xfrm>
            <a:off x="1735783" y="13149904"/>
            <a:ext cx="10660769" cy="1934152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756"/>
              </a:spcBef>
              <a:spcAft>
                <a:spcPts val="0"/>
              </a:spcAft>
              <a:buClr>
                <a:schemeClr val="dk1"/>
              </a:buClr>
              <a:buSzPts val="1800"/>
              <a:buChar char="•"/>
              <a:defRPr/>
            </a:lvl1pPr>
            <a:lvl2pPr indent="-342900" lvl="1" marL="914400" algn="l">
              <a:lnSpc>
                <a:spcPct val="90000"/>
              </a:lnSpc>
              <a:spcBef>
                <a:spcPts val="1378"/>
              </a:spcBef>
              <a:spcAft>
                <a:spcPts val="0"/>
              </a:spcAft>
              <a:buClr>
                <a:schemeClr val="dk1"/>
              </a:buClr>
              <a:buSzPts val="1800"/>
              <a:buChar char="•"/>
              <a:defRPr/>
            </a:lvl2pPr>
            <a:lvl3pPr indent="-342900" lvl="2" marL="1371600" algn="l">
              <a:lnSpc>
                <a:spcPct val="90000"/>
              </a:lnSpc>
              <a:spcBef>
                <a:spcPts val="1378"/>
              </a:spcBef>
              <a:spcAft>
                <a:spcPts val="0"/>
              </a:spcAft>
              <a:buClr>
                <a:schemeClr val="dk1"/>
              </a:buClr>
              <a:buSzPts val="1800"/>
              <a:buChar char="•"/>
              <a:defRPr/>
            </a:lvl3pPr>
            <a:lvl4pPr indent="-342900" lvl="3" marL="1828800" algn="l">
              <a:lnSpc>
                <a:spcPct val="90000"/>
              </a:lnSpc>
              <a:spcBef>
                <a:spcPts val="1378"/>
              </a:spcBef>
              <a:spcAft>
                <a:spcPts val="0"/>
              </a:spcAft>
              <a:buClr>
                <a:schemeClr val="dk1"/>
              </a:buClr>
              <a:buSzPts val="1800"/>
              <a:buChar char="•"/>
              <a:defRPr/>
            </a:lvl4pPr>
            <a:lvl5pPr indent="-342900" lvl="4" marL="2286000" algn="l">
              <a:lnSpc>
                <a:spcPct val="90000"/>
              </a:lnSpc>
              <a:spcBef>
                <a:spcPts val="1378"/>
              </a:spcBef>
              <a:spcAft>
                <a:spcPts val="0"/>
              </a:spcAft>
              <a:buClr>
                <a:schemeClr val="dk1"/>
              </a:buClr>
              <a:buSzPts val="1800"/>
              <a:buChar char="•"/>
              <a:defRPr/>
            </a:lvl5pPr>
            <a:lvl6pPr indent="-342900" lvl="5" marL="2743200" algn="l">
              <a:lnSpc>
                <a:spcPct val="90000"/>
              </a:lnSpc>
              <a:spcBef>
                <a:spcPts val="1378"/>
              </a:spcBef>
              <a:spcAft>
                <a:spcPts val="0"/>
              </a:spcAft>
              <a:buClr>
                <a:schemeClr val="dk1"/>
              </a:buClr>
              <a:buSzPts val="1800"/>
              <a:buChar char="•"/>
              <a:defRPr/>
            </a:lvl6pPr>
            <a:lvl7pPr indent="-342900" lvl="6" marL="3200400" algn="l">
              <a:lnSpc>
                <a:spcPct val="90000"/>
              </a:lnSpc>
              <a:spcBef>
                <a:spcPts val="1378"/>
              </a:spcBef>
              <a:spcAft>
                <a:spcPts val="0"/>
              </a:spcAft>
              <a:buClr>
                <a:schemeClr val="dk1"/>
              </a:buClr>
              <a:buSzPts val="1800"/>
              <a:buChar char="•"/>
              <a:defRPr/>
            </a:lvl7pPr>
            <a:lvl8pPr indent="-342900" lvl="7" marL="3657600" algn="l">
              <a:lnSpc>
                <a:spcPct val="90000"/>
              </a:lnSpc>
              <a:spcBef>
                <a:spcPts val="1378"/>
              </a:spcBef>
              <a:spcAft>
                <a:spcPts val="0"/>
              </a:spcAft>
              <a:buClr>
                <a:schemeClr val="dk1"/>
              </a:buClr>
              <a:buSzPts val="1800"/>
              <a:buChar char="•"/>
              <a:defRPr/>
            </a:lvl8pPr>
            <a:lvl9pPr indent="-342900" lvl="8" marL="4114800" algn="l">
              <a:lnSpc>
                <a:spcPct val="90000"/>
              </a:lnSpc>
              <a:spcBef>
                <a:spcPts val="1378"/>
              </a:spcBef>
              <a:spcAft>
                <a:spcPts val="0"/>
              </a:spcAft>
              <a:buClr>
                <a:schemeClr val="dk1"/>
              </a:buClr>
              <a:buSzPts val="1800"/>
              <a:buChar char="•"/>
              <a:defRPr/>
            </a:lvl9pPr>
          </a:lstStyle>
          <a:p/>
        </p:txBody>
      </p:sp>
      <p:sp>
        <p:nvSpPr>
          <p:cNvPr id="45" name="Google Shape;45;p8"/>
          <p:cNvSpPr txBox="1"/>
          <p:nvPr>
            <p:ph idx="3" type="body"/>
          </p:nvPr>
        </p:nvSpPr>
        <p:spPr>
          <a:xfrm>
            <a:off x="12757489" y="8824938"/>
            <a:ext cx="10713272" cy="432496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756"/>
              </a:spcBef>
              <a:spcAft>
                <a:spcPts val="0"/>
              </a:spcAft>
              <a:buClr>
                <a:schemeClr val="dk1"/>
              </a:buClr>
              <a:buSzPts val="6614"/>
              <a:buNone/>
              <a:defRPr b="1" sz="6614"/>
            </a:lvl1pPr>
            <a:lvl2pPr indent="-228600" lvl="1" marL="914400" algn="l">
              <a:lnSpc>
                <a:spcPct val="90000"/>
              </a:lnSpc>
              <a:spcBef>
                <a:spcPts val="1378"/>
              </a:spcBef>
              <a:spcAft>
                <a:spcPts val="0"/>
              </a:spcAft>
              <a:buClr>
                <a:schemeClr val="dk1"/>
              </a:buClr>
              <a:buSzPts val="5512"/>
              <a:buNone/>
              <a:defRPr b="1" sz="5512"/>
            </a:lvl2pPr>
            <a:lvl3pPr indent="-228600" lvl="2" marL="1371600" algn="l">
              <a:lnSpc>
                <a:spcPct val="90000"/>
              </a:lnSpc>
              <a:spcBef>
                <a:spcPts val="1378"/>
              </a:spcBef>
              <a:spcAft>
                <a:spcPts val="0"/>
              </a:spcAft>
              <a:buClr>
                <a:schemeClr val="dk1"/>
              </a:buClr>
              <a:buSzPts val="4961"/>
              <a:buNone/>
              <a:defRPr b="1" sz="4961"/>
            </a:lvl3pPr>
            <a:lvl4pPr indent="-228600" lvl="3" marL="1828800" algn="l">
              <a:lnSpc>
                <a:spcPct val="90000"/>
              </a:lnSpc>
              <a:spcBef>
                <a:spcPts val="1378"/>
              </a:spcBef>
              <a:spcAft>
                <a:spcPts val="0"/>
              </a:spcAft>
              <a:buClr>
                <a:schemeClr val="dk1"/>
              </a:buClr>
              <a:buSzPts val="4409"/>
              <a:buNone/>
              <a:defRPr b="1" sz="4409"/>
            </a:lvl4pPr>
            <a:lvl5pPr indent="-228600" lvl="4" marL="2286000" algn="l">
              <a:lnSpc>
                <a:spcPct val="90000"/>
              </a:lnSpc>
              <a:spcBef>
                <a:spcPts val="1378"/>
              </a:spcBef>
              <a:spcAft>
                <a:spcPts val="0"/>
              </a:spcAft>
              <a:buClr>
                <a:schemeClr val="dk1"/>
              </a:buClr>
              <a:buSzPts val="4409"/>
              <a:buNone/>
              <a:defRPr b="1" sz="4409"/>
            </a:lvl5pPr>
            <a:lvl6pPr indent="-228600" lvl="5" marL="2743200" algn="l">
              <a:lnSpc>
                <a:spcPct val="90000"/>
              </a:lnSpc>
              <a:spcBef>
                <a:spcPts val="1378"/>
              </a:spcBef>
              <a:spcAft>
                <a:spcPts val="0"/>
              </a:spcAft>
              <a:buClr>
                <a:schemeClr val="dk1"/>
              </a:buClr>
              <a:buSzPts val="4409"/>
              <a:buNone/>
              <a:defRPr b="1" sz="4409"/>
            </a:lvl6pPr>
            <a:lvl7pPr indent="-228600" lvl="6" marL="3200400" algn="l">
              <a:lnSpc>
                <a:spcPct val="90000"/>
              </a:lnSpc>
              <a:spcBef>
                <a:spcPts val="1378"/>
              </a:spcBef>
              <a:spcAft>
                <a:spcPts val="0"/>
              </a:spcAft>
              <a:buClr>
                <a:schemeClr val="dk1"/>
              </a:buClr>
              <a:buSzPts val="4409"/>
              <a:buNone/>
              <a:defRPr b="1" sz="4409"/>
            </a:lvl7pPr>
            <a:lvl8pPr indent="-228600" lvl="7" marL="3657600" algn="l">
              <a:lnSpc>
                <a:spcPct val="90000"/>
              </a:lnSpc>
              <a:spcBef>
                <a:spcPts val="1378"/>
              </a:spcBef>
              <a:spcAft>
                <a:spcPts val="0"/>
              </a:spcAft>
              <a:buClr>
                <a:schemeClr val="dk1"/>
              </a:buClr>
              <a:buSzPts val="4409"/>
              <a:buNone/>
              <a:defRPr b="1" sz="4409"/>
            </a:lvl8pPr>
            <a:lvl9pPr indent="-228600" lvl="8" marL="4114800" algn="l">
              <a:lnSpc>
                <a:spcPct val="90000"/>
              </a:lnSpc>
              <a:spcBef>
                <a:spcPts val="1378"/>
              </a:spcBef>
              <a:spcAft>
                <a:spcPts val="0"/>
              </a:spcAft>
              <a:buClr>
                <a:schemeClr val="dk1"/>
              </a:buClr>
              <a:buSzPts val="4409"/>
              <a:buNone/>
              <a:defRPr b="1" sz="4409"/>
            </a:lvl9pPr>
          </a:lstStyle>
          <a:p/>
        </p:txBody>
      </p:sp>
      <p:sp>
        <p:nvSpPr>
          <p:cNvPr id="46" name="Google Shape;46;p8"/>
          <p:cNvSpPr txBox="1"/>
          <p:nvPr>
            <p:ph idx="4" type="body"/>
          </p:nvPr>
        </p:nvSpPr>
        <p:spPr>
          <a:xfrm>
            <a:off x="12757489" y="13149904"/>
            <a:ext cx="10713272" cy="1934152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756"/>
              </a:spcBef>
              <a:spcAft>
                <a:spcPts val="0"/>
              </a:spcAft>
              <a:buClr>
                <a:schemeClr val="dk1"/>
              </a:buClr>
              <a:buSzPts val="1800"/>
              <a:buChar char="•"/>
              <a:defRPr/>
            </a:lvl1pPr>
            <a:lvl2pPr indent="-342900" lvl="1" marL="914400" algn="l">
              <a:lnSpc>
                <a:spcPct val="90000"/>
              </a:lnSpc>
              <a:spcBef>
                <a:spcPts val="1378"/>
              </a:spcBef>
              <a:spcAft>
                <a:spcPts val="0"/>
              </a:spcAft>
              <a:buClr>
                <a:schemeClr val="dk1"/>
              </a:buClr>
              <a:buSzPts val="1800"/>
              <a:buChar char="•"/>
              <a:defRPr/>
            </a:lvl2pPr>
            <a:lvl3pPr indent="-342900" lvl="2" marL="1371600" algn="l">
              <a:lnSpc>
                <a:spcPct val="90000"/>
              </a:lnSpc>
              <a:spcBef>
                <a:spcPts val="1378"/>
              </a:spcBef>
              <a:spcAft>
                <a:spcPts val="0"/>
              </a:spcAft>
              <a:buClr>
                <a:schemeClr val="dk1"/>
              </a:buClr>
              <a:buSzPts val="1800"/>
              <a:buChar char="•"/>
              <a:defRPr/>
            </a:lvl3pPr>
            <a:lvl4pPr indent="-342900" lvl="3" marL="1828800" algn="l">
              <a:lnSpc>
                <a:spcPct val="90000"/>
              </a:lnSpc>
              <a:spcBef>
                <a:spcPts val="1378"/>
              </a:spcBef>
              <a:spcAft>
                <a:spcPts val="0"/>
              </a:spcAft>
              <a:buClr>
                <a:schemeClr val="dk1"/>
              </a:buClr>
              <a:buSzPts val="1800"/>
              <a:buChar char="•"/>
              <a:defRPr/>
            </a:lvl4pPr>
            <a:lvl5pPr indent="-342900" lvl="4" marL="2286000" algn="l">
              <a:lnSpc>
                <a:spcPct val="90000"/>
              </a:lnSpc>
              <a:spcBef>
                <a:spcPts val="1378"/>
              </a:spcBef>
              <a:spcAft>
                <a:spcPts val="0"/>
              </a:spcAft>
              <a:buClr>
                <a:schemeClr val="dk1"/>
              </a:buClr>
              <a:buSzPts val="1800"/>
              <a:buChar char="•"/>
              <a:defRPr/>
            </a:lvl5pPr>
            <a:lvl6pPr indent="-342900" lvl="5" marL="2743200" algn="l">
              <a:lnSpc>
                <a:spcPct val="90000"/>
              </a:lnSpc>
              <a:spcBef>
                <a:spcPts val="1378"/>
              </a:spcBef>
              <a:spcAft>
                <a:spcPts val="0"/>
              </a:spcAft>
              <a:buClr>
                <a:schemeClr val="dk1"/>
              </a:buClr>
              <a:buSzPts val="1800"/>
              <a:buChar char="•"/>
              <a:defRPr/>
            </a:lvl6pPr>
            <a:lvl7pPr indent="-342900" lvl="6" marL="3200400" algn="l">
              <a:lnSpc>
                <a:spcPct val="90000"/>
              </a:lnSpc>
              <a:spcBef>
                <a:spcPts val="1378"/>
              </a:spcBef>
              <a:spcAft>
                <a:spcPts val="0"/>
              </a:spcAft>
              <a:buClr>
                <a:schemeClr val="dk1"/>
              </a:buClr>
              <a:buSzPts val="1800"/>
              <a:buChar char="•"/>
              <a:defRPr/>
            </a:lvl7pPr>
            <a:lvl8pPr indent="-342900" lvl="7" marL="3657600" algn="l">
              <a:lnSpc>
                <a:spcPct val="90000"/>
              </a:lnSpc>
              <a:spcBef>
                <a:spcPts val="1378"/>
              </a:spcBef>
              <a:spcAft>
                <a:spcPts val="0"/>
              </a:spcAft>
              <a:buClr>
                <a:schemeClr val="dk1"/>
              </a:buClr>
              <a:buSzPts val="1800"/>
              <a:buChar char="•"/>
              <a:defRPr/>
            </a:lvl8pPr>
            <a:lvl9pPr indent="-342900" lvl="8" marL="4114800" algn="l">
              <a:lnSpc>
                <a:spcPct val="90000"/>
              </a:lnSpc>
              <a:spcBef>
                <a:spcPts val="1378"/>
              </a:spcBef>
              <a:spcAft>
                <a:spcPts val="0"/>
              </a:spcAft>
              <a:buClr>
                <a:schemeClr val="dk1"/>
              </a:buClr>
              <a:buSzPts val="1800"/>
              <a:buChar char="•"/>
              <a:defRPr/>
            </a:lvl9pPr>
          </a:lstStyle>
          <a:p/>
        </p:txBody>
      </p:sp>
      <p:sp>
        <p:nvSpPr>
          <p:cNvPr id="47" name="Google Shape;47;p8"/>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1735780" y="2399982"/>
            <a:ext cx="8127648" cy="839993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8819"/>
              <a:buFont typeface="Calibri"/>
              <a:buNone/>
              <a:defRPr sz="881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10713272" y="5183304"/>
            <a:ext cx="12757487" cy="25583147"/>
          </a:xfrm>
          <a:prstGeom prst="rect">
            <a:avLst/>
          </a:prstGeom>
          <a:noFill/>
          <a:ln>
            <a:noFill/>
          </a:ln>
        </p:spPr>
        <p:txBody>
          <a:bodyPr anchorCtr="0" anchor="t" bIns="45700" lIns="91425" spcFirstLastPara="1" rIns="91425" wrap="square" tIns="45700">
            <a:normAutofit/>
          </a:bodyPr>
          <a:lstStyle>
            <a:lvl1pPr indent="-788607" lvl="0" marL="457200" algn="l">
              <a:lnSpc>
                <a:spcPct val="90000"/>
              </a:lnSpc>
              <a:spcBef>
                <a:spcPts val="2756"/>
              </a:spcBef>
              <a:spcAft>
                <a:spcPts val="0"/>
              </a:spcAft>
              <a:buClr>
                <a:schemeClr val="dk1"/>
              </a:buClr>
              <a:buSzPts val="8819"/>
              <a:buChar char="•"/>
              <a:defRPr sz="8819"/>
            </a:lvl1pPr>
            <a:lvl2pPr indent="-718630" lvl="1" marL="914400" algn="l">
              <a:lnSpc>
                <a:spcPct val="90000"/>
              </a:lnSpc>
              <a:spcBef>
                <a:spcPts val="1378"/>
              </a:spcBef>
              <a:spcAft>
                <a:spcPts val="0"/>
              </a:spcAft>
              <a:buClr>
                <a:schemeClr val="dk1"/>
              </a:buClr>
              <a:buSzPts val="7717"/>
              <a:buChar char="•"/>
              <a:defRPr sz="7717"/>
            </a:lvl2pPr>
            <a:lvl3pPr indent="-648589" lvl="2" marL="1371600" algn="l">
              <a:lnSpc>
                <a:spcPct val="90000"/>
              </a:lnSpc>
              <a:spcBef>
                <a:spcPts val="1378"/>
              </a:spcBef>
              <a:spcAft>
                <a:spcPts val="0"/>
              </a:spcAft>
              <a:buClr>
                <a:schemeClr val="dk1"/>
              </a:buClr>
              <a:buSzPts val="6614"/>
              <a:buChar char="•"/>
              <a:defRPr sz="6614"/>
            </a:lvl3pPr>
            <a:lvl4pPr indent="-578612" lvl="3" marL="1828800" algn="l">
              <a:lnSpc>
                <a:spcPct val="90000"/>
              </a:lnSpc>
              <a:spcBef>
                <a:spcPts val="1378"/>
              </a:spcBef>
              <a:spcAft>
                <a:spcPts val="0"/>
              </a:spcAft>
              <a:buClr>
                <a:schemeClr val="dk1"/>
              </a:buClr>
              <a:buSzPts val="5512"/>
              <a:buChar char="•"/>
              <a:defRPr sz="5512"/>
            </a:lvl4pPr>
            <a:lvl5pPr indent="-578612" lvl="4" marL="2286000" algn="l">
              <a:lnSpc>
                <a:spcPct val="90000"/>
              </a:lnSpc>
              <a:spcBef>
                <a:spcPts val="1378"/>
              </a:spcBef>
              <a:spcAft>
                <a:spcPts val="0"/>
              </a:spcAft>
              <a:buClr>
                <a:schemeClr val="dk1"/>
              </a:buClr>
              <a:buSzPts val="5512"/>
              <a:buChar char="•"/>
              <a:defRPr sz="5512"/>
            </a:lvl5pPr>
            <a:lvl6pPr indent="-578612" lvl="5" marL="2743200" algn="l">
              <a:lnSpc>
                <a:spcPct val="90000"/>
              </a:lnSpc>
              <a:spcBef>
                <a:spcPts val="1378"/>
              </a:spcBef>
              <a:spcAft>
                <a:spcPts val="0"/>
              </a:spcAft>
              <a:buClr>
                <a:schemeClr val="dk1"/>
              </a:buClr>
              <a:buSzPts val="5512"/>
              <a:buChar char="•"/>
              <a:defRPr sz="5512"/>
            </a:lvl6pPr>
            <a:lvl7pPr indent="-578612" lvl="6" marL="3200400" algn="l">
              <a:lnSpc>
                <a:spcPct val="90000"/>
              </a:lnSpc>
              <a:spcBef>
                <a:spcPts val="1378"/>
              </a:spcBef>
              <a:spcAft>
                <a:spcPts val="0"/>
              </a:spcAft>
              <a:buClr>
                <a:schemeClr val="dk1"/>
              </a:buClr>
              <a:buSzPts val="5512"/>
              <a:buChar char="•"/>
              <a:defRPr sz="5512"/>
            </a:lvl7pPr>
            <a:lvl8pPr indent="-578612" lvl="7" marL="3657600" algn="l">
              <a:lnSpc>
                <a:spcPct val="90000"/>
              </a:lnSpc>
              <a:spcBef>
                <a:spcPts val="1378"/>
              </a:spcBef>
              <a:spcAft>
                <a:spcPts val="0"/>
              </a:spcAft>
              <a:buClr>
                <a:schemeClr val="dk1"/>
              </a:buClr>
              <a:buSzPts val="5512"/>
              <a:buChar char="•"/>
              <a:defRPr sz="5512"/>
            </a:lvl8pPr>
            <a:lvl9pPr indent="-578612" lvl="8" marL="4114800" algn="l">
              <a:lnSpc>
                <a:spcPct val="90000"/>
              </a:lnSpc>
              <a:spcBef>
                <a:spcPts val="1378"/>
              </a:spcBef>
              <a:spcAft>
                <a:spcPts val="0"/>
              </a:spcAft>
              <a:buClr>
                <a:schemeClr val="dk1"/>
              </a:buClr>
              <a:buSzPts val="5512"/>
              <a:buChar char="•"/>
              <a:defRPr sz="5512"/>
            </a:lvl9pPr>
          </a:lstStyle>
          <a:p/>
        </p:txBody>
      </p:sp>
      <p:sp>
        <p:nvSpPr>
          <p:cNvPr id="57" name="Google Shape;57;p10"/>
          <p:cNvSpPr txBox="1"/>
          <p:nvPr>
            <p:ph idx="2" type="body"/>
          </p:nvPr>
        </p:nvSpPr>
        <p:spPr>
          <a:xfrm>
            <a:off x="1735780" y="10799922"/>
            <a:ext cx="8127648" cy="2000819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756"/>
              </a:spcBef>
              <a:spcAft>
                <a:spcPts val="0"/>
              </a:spcAft>
              <a:buClr>
                <a:schemeClr val="dk1"/>
              </a:buClr>
              <a:buSzPts val="4409"/>
              <a:buNone/>
              <a:defRPr sz="4409"/>
            </a:lvl1pPr>
            <a:lvl2pPr indent="-228600" lvl="1" marL="914400" algn="l">
              <a:lnSpc>
                <a:spcPct val="90000"/>
              </a:lnSpc>
              <a:spcBef>
                <a:spcPts val="1378"/>
              </a:spcBef>
              <a:spcAft>
                <a:spcPts val="0"/>
              </a:spcAft>
              <a:buClr>
                <a:schemeClr val="dk1"/>
              </a:buClr>
              <a:buSzPts val="3858"/>
              <a:buNone/>
              <a:defRPr sz="3858"/>
            </a:lvl2pPr>
            <a:lvl3pPr indent="-228600" lvl="2" marL="1371600" algn="l">
              <a:lnSpc>
                <a:spcPct val="90000"/>
              </a:lnSpc>
              <a:spcBef>
                <a:spcPts val="1378"/>
              </a:spcBef>
              <a:spcAft>
                <a:spcPts val="0"/>
              </a:spcAft>
              <a:buClr>
                <a:schemeClr val="dk1"/>
              </a:buClr>
              <a:buSzPts val="3307"/>
              <a:buNone/>
              <a:defRPr sz="3307"/>
            </a:lvl3pPr>
            <a:lvl4pPr indent="-228600" lvl="3" marL="1828800" algn="l">
              <a:lnSpc>
                <a:spcPct val="90000"/>
              </a:lnSpc>
              <a:spcBef>
                <a:spcPts val="1378"/>
              </a:spcBef>
              <a:spcAft>
                <a:spcPts val="0"/>
              </a:spcAft>
              <a:buClr>
                <a:schemeClr val="dk1"/>
              </a:buClr>
              <a:buSzPts val="2756"/>
              <a:buNone/>
              <a:defRPr sz="2756"/>
            </a:lvl4pPr>
            <a:lvl5pPr indent="-228600" lvl="4" marL="2286000" algn="l">
              <a:lnSpc>
                <a:spcPct val="90000"/>
              </a:lnSpc>
              <a:spcBef>
                <a:spcPts val="1378"/>
              </a:spcBef>
              <a:spcAft>
                <a:spcPts val="0"/>
              </a:spcAft>
              <a:buClr>
                <a:schemeClr val="dk1"/>
              </a:buClr>
              <a:buSzPts val="2756"/>
              <a:buNone/>
              <a:defRPr sz="2756"/>
            </a:lvl5pPr>
            <a:lvl6pPr indent="-228600" lvl="5" marL="2743200" algn="l">
              <a:lnSpc>
                <a:spcPct val="90000"/>
              </a:lnSpc>
              <a:spcBef>
                <a:spcPts val="1378"/>
              </a:spcBef>
              <a:spcAft>
                <a:spcPts val="0"/>
              </a:spcAft>
              <a:buClr>
                <a:schemeClr val="dk1"/>
              </a:buClr>
              <a:buSzPts val="2756"/>
              <a:buNone/>
              <a:defRPr sz="2756"/>
            </a:lvl6pPr>
            <a:lvl7pPr indent="-228600" lvl="6" marL="3200400" algn="l">
              <a:lnSpc>
                <a:spcPct val="90000"/>
              </a:lnSpc>
              <a:spcBef>
                <a:spcPts val="1378"/>
              </a:spcBef>
              <a:spcAft>
                <a:spcPts val="0"/>
              </a:spcAft>
              <a:buClr>
                <a:schemeClr val="dk1"/>
              </a:buClr>
              <a:buSzPts val="2756"/>
              <a:buNone/>
              <a:defRPr sz="2756"/>
            </a:lvl7pPr>
            <a:lvl8pPr indent="-228600" lvl="7" marL="3657600" algn="l">
              <a:lnSpc>
                <a:spcPct val="90000"/>
              </a:lnSpc>
              <a:spcBef>
                <a:spcPts val="1378"/>
              </a:spcBef>
              <a:spcAft>
                <a:spcPts val="0"/>
              </a:spcAft>
              <a:buClr>
                <a:schemeClr val="dk1"/>
              </a:buClr>
              <a:buSzPts val="2756"/>
              <a:buNone/>
              <a:defRPr sz="2756"/>
            </a:lvl8pPr>
            <a:lvl9pPr indent="-228600" lvl="8" marL="4114800" algn="l">
              <a:lnSpc>
                <a:spcPct val="90000"/>
              </a:lnSpc>
              <a:spcBef>
                <a:spcPts val="1378"/>
              </a:spcBef>
              <a:spcAft>
                <a:spcPts val="0"/>
              </a:spcAft>
              <a:buClr>
                <a:schemeClr val="dk1"/>
              </a:buClr>
              <a:buSzPts val="2756"/>
              <a:buNone/>
              <a:defRPr sz="2756"/>
            </a:lvl9pPr>
          </a:lstStyle>
          <a:p/>
        </p:txBody>
      </p:sp>
      <p:sp>
        <p:nvSpPr>
          <p:cNvPr id="58" name="Google Shape;58;p10"/>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1735780" y="2399982"/>
            <a:ext cx="8127648" cy="839993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8819"/>
              <a:buFont typeface="Calibri"/>
              <a:buNone/>
              <a:defRPr sz="881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10713272" y="5183304"/>
            <a:ext cx="12757487" cy="25583147"/>
          </a:xfrm>
          <a:prstGeom prst="rect">
            <a:avLst/>
          </a:prstGeom>
          <a:noFill/>
          <a:ln>
            <a:noFill/>
          </a:ln>
        </p:spPr>
      </p:sp>
      <p:sp>
        <p:nvSpPr>
          <p:cNvPr id="64" name="Google Shape;64;p11"/>
          <p:cNvSpPr txBox="1"/>
          <p:nvPr>
            <p:ph idx="1" type="body"/>
          </p:nvPr>
        </p:nvSpPr>
        <p:spPr>
          <a:xfrm>
            <a:off x="1735780" y="10799922"/>
            <a:ext cx="8127648" cy="2000819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756"/>
              </a:spcBef>
              <a:spcAft>
                <a:spcPts val="0"/>
              </a:spcAft>
              <a:buClr>
                <a:schemeClr val="dk1"/>
              </a:buClr>
              <a:buSzPts val="4409"/>
              <a:buNone/>
              <a:defRPr sz="4409"/>
            </a:lvl1pPr>
            <a:lvl2pPr indent="-228600" lvl="1" marL="914400" algn="l">
              <a:lnSpc>
                <a:spcPct val="90000"/>
              </a:lnSpc>
              <a:spcBef>
                <a:spcPts val="1378"/>
              </a:spcBef>
              <a:spcAft>
                <a:spcPts val="0"/>
              </a:spcAft>
              <a:buClr>
                <a:schemeClr val="dk1"/>
              </a:buClr>
              <a:buSzPts val="3858"/>
              <a:buNone/>
              <a:defRPr sz="3858"/>
            </a:lvl2pPr>
            <a:lvl3pPr indent="-228600" lvl="2" marL="1371600" algn="l">
              <a:lnSpc>
                <a:spcPct val="90000"/>
              </a:lnSpc>
              <a:spcBef>
                <a:spcPts val="1378"/>
              </a:spcBef>
              <a:spcAft>
                <a:spcPts val="0"/>
              </a:spcAft>
              <a:buClr>
                <a:schemeClr val="dk1"/>
              </a:buClr>
              <a:buSzPts val="3307"/>
              <a:buNone/>
              <a:defRPr sz="3307"/>
            </a:lvl3pPr>
            <a:lvl4pPr indent="-228600" lvl="3" marL="1828800" algn="l">
              <a:lnSpc>
                <a:spcPct val="90000"/>
              </a:lnSpc>
              <a:spcBef>
                <a:spcPts val="1378"/>
              </a:spcBef>
              <a:spcAft>
                <a:spcPts val="0"/>
              </a:spcAft>
              <a:buClr>
                <a:schemeClr val="dk1"/>
              </a:buClr>
              <a:buSzPts val="2756"/>
              <a:buNone/>
              <a:defRPr sz="2756"/>
            </a:lvl4pPr>
            <a:lvl5pPr indent="-228600" lvl="4" marL="2286000" algn="l">
              <a:lnSpc>
                <a:spcPct val="90000"/>
              </a:lnSpc>
              <a:spcBef>
                <a:spcPts val="1378"/>
              </a:spcBef>
              <a:spcAft>
                <a:spcPts val="0"/>
              </a:spcAft>
              <a:buClr>
                <a:schemeClr val="dk1"/>
              </a:buClr>
              <a:buSzPts val="2756"/>
              <a:buNone/>
              <a:defRPr sz="2756"/>
            </a:lvl5pPr>
            <a:lvl6pPr indent="-228600" lvl="5" marL="2743200" algn="l">
              <a:lnSpc>
                <a:spcPct val="90000"/>
              </a:lnSpc>
              <a:spcBef>
                <a:spcPts val="1378"/>
              </a:spcBef>
              <a:spcAft>
                <a:spcPts val="0"/>
              </a:spcAft>
              <a:buClr>
                <a:schemeClr val="dk1"/>
              </a:buClr>
              <a:buSzPts val="2756"/>
              <a:buNone/>
              <a:defRPr sz="2756"/>
            </a:lvl6pPr>
            <a:lvl7pPr indent="-228600" lvl="6" marL="3200400" algn="l">
              <a:lnSpc>
                <a:spcPct val="90000"/>
              </a:lnSpc>
              <a:spcBef>
                <a:spcPts val="1378"/>
              </a:spcBef>
              <a:spcAft>
                <a:spcPts val="0"/>
              </a:spcAft>
              <a:buClr>
                <a:schemeClr val="dk1"/>
              </a:buClr>
              <a:buSzPts val="2756"/>
              <a:buNone/>
              <a:defRPr sz="2756"/>
            </a:lvl7pPr>
            <a:lvl8pPr indent="-228600" lvl="7" marL="3657600" algn="l">
              <a:lnSpc>
                <a:spcPct val="90000"/>
              </a:lnSpc>
              <a:spcBef>
                <a:spcPts val="1378"/>
              </a:spcBef>
              <a:spcAft>
                <a:spcPts val="0"/>
              </a:spcAft>
              <a:buClr>
                <a:schemeClr val="dk1"/>
              </a:buClr>
              <a:buSzPts val="2756"/>
              <a:buNone/>
              <a:defRPr sz="2756"/>
            </a:lvl8pPr>
            <a:lvl9pPr indent="-228600" lvl="8" marL="4114800" algn="l">
              <a:lnSpc>
                <a:spcPct val="90000"/>
              </a:lnSpc>
              <a:spcBef>
                <a:spcPts val="1378"/>
              </a:spcBef>
              <a:spcAft>
                <a:spcPts val="0"/>
              </a:spcAft>
              <a:buClr>
                <a:schemeClr val="dk1"/>
              </a:buClr>
              <a:buSzPts val="2756"/>
              <a:buNone/>
              <a:defRPr sz="2756"/>
            </a:lvl9pPr>
          </a:lstStyle>
          <a:p/>
        </p:txBody>
      </p:sp>
      <p:sp>
        <p:nvSpPr>
          <p:cNvPr id="65" name="Google Shape;65;p11"/>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1732499" y="1916661"/>
            <a:ext cx="21734978" cy="695828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1179237" y="10136527"/>
            <a:ext cx="22841503" cy="2173497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756"/>
              </a:spcBef>
              <a:spcAft>
                <a:spcPts val="0"/>
              </a:spcAft>
              <a:buClr>
                <a:schemeClr val="dk1"/>
              </a:buClr>
              <a:buSzPts val="1800"/>
              <a:buChar char="•"/>
              <a:defRPr/>
            </a:lvl1pPr>
            <a:lvl2pPr indent="-342900" lvl="1" marL="914400" algn="l">
              <a:lnSpc>
                <a:spcPct val="90000"/>
              </a:lnSpc>
              <a:spcBef>
                <a:spcPts val="1378"/>
              </a:spcBef>
              <a:spcAft>
                <a:spcPts val="0"/>
              </a:spcAft>
              <a:buClr>
                <a:schemeClr val="dk1"/>
              </a:buClr>
              <a:buSzPts val="1800"/>
              <a:buChar char="•"/>
              <a:defRPr/>
            </a:lvl2pPr>
            <a:lvl3pPr indent="-342900" lvl="2" marL="1371600" algn="l">
              <a:lnSpc>
                <a:spcPct val="90000"/>
              </a:lnSpc>
              <a:spcBef>
                <a:spcPts val="1378"/>
              </a:spcBef>
              <a:spcAft>
                <a:spcPts val="0"/>
              </a:spcAft>
              <a:buClr>
                <a:schemeClr val="dk1"/>
              </a:buClr>
              <a:buSzPts val="1800"/>
              <a:buChar char="•"/>
              <a:defRPr/>
            </a:lvl3pPr>
            <a:lvl4pPr indent="-342900" lvl="3" marL="1828800" algn="l">
              <a:lnSpc>
                <a:spcPct val="90000"/>
              </a:lnSpc>
              <a:spcBef>
                <a:spcPts val="1378"/>
              </a:spcBef>
              <a:spcAft>
                <a:spcPts val="0"/>
              </a:spcAft>
              <a:buClr>
                <a:schemeClr val="dk1"/>
              </a:buClr>
              <a:buSzPts val="1800"/>
              <a:buChar char="•"/>
              <a:defRPr/>
            </a:lvl4pPr>
            <a:lvl5pPr indent="-342900" lvl="4" marL="2286000" algn="l">
              <a:lnSpc>
                <a:spcPct val="90000"/>
              </a:lnSpc>
              <a:spcBef>
                <a:spcPts val="1378"/>
              </a:spcBef>
              <a:spcAft>
                <a:spcPts val="0"/>
              </a:spcAft>
              <a:buClr>
                <a:schemeClr val="dk1"/>
              </a:buClr>
              <a:buSzPts val="1800"/>
              <a:buChar char="•"/>
              <a:defRPr/>
            </a:lvl5pPr>
            <a:lvl6pPr indent="-342900" lvl="5" marL="2743200" algn="l">
              <a:lnSpc>
                <a:spcPct val="90000"/>
              </a:lnSpc>
              <a:spcBef>
                <a:spcPts val="1378"/>
              </a:spcBef>
              <a:spcAft>
                <a:spcPts val="0"/>
              </a:spcAft>
              <a:buClr>
                <a:schemeClr val="dk1"/>
              </a:buClr>
              <a:buSzPts val="1800"/>
              <a:buChar char="•"/>
              <a:defRPr/>
            </a:lvl6pPr>
            <a:lvl7pPr indent="-342900" lvl="6" marL="3200400" algn="l">
              <a:lnSpc>
                <a:spcPct val="90000"/>
              </a:lnSpc>
              <a:spcBef>
                <a:spcPts val="1378"/>
              </a:spcBef>
              <a:spcAft>
                <a:spcPts val="0"/>
              </a:spcAft>
              <a:buClr>
                <a:schemeClr val="dk1"/>
              </a:buClr>
              <a:buSzPts val="1800"/>
              <a:buChar char="•"/>
              <a:defRPr/>
            </a:lvl7pPr>
            <a:lvl8pPr indent="-342900" lvl="7" marL="3657600" algn="l">
              <a:lnSpc>
                <a:spcPct val="90000"/>
              </a:lnSpc>
              <a:spcBef>
                <a:spcPts val="1378"/>
              </a:spcBef>
              <a:spcAft>
                <a:spcPts val="0"/>
              </a:spcAft>
              <a:buClr>
                <a:schemeClr val="dk1"/>
              </a:buClr>
              <a:buSzPts val="1800"/>
              <a:buChar char="•"/>
              <a:defRPr/>
            </a:lvl8pPr>
            <a:lvl9pPr indent="-342900" lvl="8" marL="4114800" algn="l">
              <a:lnSpc>
                <a:spcPct val="90000"/>
              </a:lnSpc>
              <a:spcBef>
                <a:spcPts val="1378"/>
              </a:spcBef>
              <a:spcAft>
                <a:spcPts val="0"/>
              </a:spcAft>
              <a:buClr>
                <a:schemeClr val="dk1"/>
              </a:buClr>
              <a:buSzPts val="1800"/>
              <a:buChar char="•"/>
              <a:defRPr/>
            </a:lvl9pPr>
          </a:lstStyle>
          <a:p/>
        </p:txBody>
      </p:sp>
      <p:sp>
        <p:nvSpPr>
          <p:cNvPr id="71" name="Google Shape;71;p12"/>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5496548" y="14453838"/>
            <a:ext cx="30508114" cy="54337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5528440" y="9177593"/>
            <a:ext cx="30508114" cy="1598623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756"/>
              </a:spcBef>
              <a:spcAft>
                <a:spcPts val="0"/>
              </a:spcAft>
              <a:buClr>
                <a:schemeClr val="dk1"/>
              </a:buClr>
              <a:buSzPts val="1800"/>
              <a:buChar char="•"/>
              <a:defRPr/>
            </a:lvl1pPr>
            <a:lvl2pPr indent="-342900" lvl="1" marL="914400" algn="l">
              <a:lnSpc>
                <a:spcPct val="90000"/>
              </a:lnSpc>
              <a:spcBef>
                <a:spcPts val="1378"/>
              </a:spcBef>
              <a:spcAft>
                <a:spcPts val="0"/>
              </a:spcAft>
              <a:buClr>
                <a:schemeClr val="dk1"/>
              </a:buClr>
              <a:buSzPts val="1800"/>
              <a:buChar char="•"/>
              <a:defRPr/>
            </a:lvl2pPr>
            <a:lvl3pPr indent="-342900" lvl="2" marL="1371600" algn="l">
              <a:lnSpc>
                <a:spcPct val="90000"/>
              </a:lnSpc>
              <a:spcBef>
                <a:spcPts val="1378"/>
              </a:spcBef>
              <a:spcAft>
                <a:spcPts val="0"/>
              </a:spcAft>
              <a:buClr>
                <a:schemeClr val="dk1"/>
              </a:buClr>
              <a:buSzPts val="1800"/>
              <a:buChar char="•"/>
              <a:defRPr/>
            </a:lvl3pPr>
            <a:lvl4pPr indent="-342900" lvl="3" marL="1828800" algn="l">
              <a:lnSpc>
                <a:spcPct val="90000"/>
              </a:lnSpc>
              <a:spcBef>
                <a:spcPts val="1378"/>
              </a:spcBef>
              <a:spcAft>
                <a:spcPts val="0"/>
              </a:spcAft>
              <a:buClr>
                <a:schemeClr val="dk1"/>
              </a:buClr>
              <a:buSzPts val="1800"/>
              <a:buChar char="•"/>
              <a:defRPr/>
            </a:lvl4pPr>
            <a:lvl5pPr indent="-342900" lvl="4" marL="2286000" algn="l">
              <a:lnSpc>
                <a:spcPct val="90000"/>
              </a:lnSpc>
              <a:spcBef>
                <a:spcPts val="1378"/>
              </a:spcBef>
              <a:spcAft>
                <a:spcPts val="0"/>
              </a:spcAft>
              <a:buClr>
                <a:schemeClr val="dk1"/>
              </a:buClr>
              <a:buSzPts val="1800"/>
              <a:buChar char="•"/>
              <a:defRPr/>
            </a:lvl5pPr>
            <a:lvl6pPr indent="-342900" lvl="5" marL="2743200" algn="l">
              <a:lnSpc>
                <a:spcPct val="90000"/>
              </a:lnSpc>
              <a:spcBef>
                <a:spcPts val="1378"/>
              </a:spcBef>
              <a:spcAft>
                <a:spcPts val="0"/>
              </a:spcAft>
              <a:buClr>
                <a:schemeClr val="dk1"/>
              </a:buClr>
              <a:buSzPts val="1800"/>
              <a:buChar char="•"/>
              <a:defRPr/>
            </a:lvl6pPr>
            <a:lvl7pPr indent="-342900" lvl="6" marL="3200400" algn="l">
              <a:lnSpc>
                <a:spcPct val="90000"/>
              </a:lnSpc>
              <a:spcBef>
                <a:spcPts val="1378"/>
              </a:spcBef>
              <a:spcAft>
                <a:spcPts val="0"/>
              </a:spcAft>
              <a:buClr>
                <a:schemeClr val="dk1"/>
              </a:buClr>
              <a:buSzPts val="1800"/>
              <a:buChar char="•"/>
              <a:defRPr/>
            </a:lvl7pPr>
            <a:lvl8pPr indent="-342900" lvl="7" marL="3657600" algn="l">
              <a:lnSpc>
                <a:spcPct val="90000"/>
              </a:lnSpc>
              <a:spcBef>
                <a:spcPts val="1378"/>
              </a:spcBef>
              <a:spcAft>
                <a:spcPts val="0"/>
              </a:spcAft>
              <a:buClr>
                <a:schemeClr val="dk1"/>
              </a:buClr>
              <a:buSzPts val="1800"/>
              <a:buChar char="•"/>
              <a:defRPr/>
            </a:lvl8pPr>
            <a:lvl9pPr indent="-342900" lvl="8" marL="4114800" algn="l">
              <a:lnSpc>
                <a:spcPct val="90000"/>
              </a:lnSpc>
              <a:spcBef>
                <a:spcPts val="1378"/>
              </a:spcBef>
              <a:spcAft>
                <a:spcPts val="0"/>
              </a:spcAft>
              <a:buClr>
                <a:schemeClr val="dk1"/>
              </a:buClr>
              <a:buSzPts val="1800"/>
              <a:buChar char="•"/>
              <a:defRPr/>
            </a:lvl9pPr>
          </a:lstStyle>
          <a:p/>
        </p:txBody>
      </p:sp>
      <p:sp>
        <p:nvSpPr>
          <p:cNvPr id="77" name="Google Shape;77;p13"/>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732499" y="1916661"/>
            <a:ext cx="21734978" cy="695828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2126"/>
              <a:buFont typeface="Calibri"/>
              <a:buNone/>
              <a:defRPr b="0" i="0" sz="12126"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1732499" y="9583264"/>
            <a:ext cx="21734978" cy="22841503"/>
          </a:xfrm>
          <a:prstGeom prst="rect">
            <a:avLst/>
          </a:prstGeom>
          <a:noFill/>
          <a:ln>
            <a:noFill/>
          </a:ln>
        </p:spPr>
        <p:txBody>
          <a:bodyPr anchorCtr="0" anchor="t" bIns="45700" lIns="91425" spcFirstLastPara="1" rIns="91425" wrap="square" tIns="45700">
            <a:normAutofit/>
          </a:bodyPr>
          <a:lstStyle>
            <a:lvl1pPr indent="-718630" lvl="0" marL="457200" marR="0" rtl="0" algn="l">
              <a:lnSpc>
                <a:spcPct val="90000"/>
              </a:lnSpc>
              <a:spcBef>
                <a:spcPts val="2756"/>
              </a:spcBef>
              <a:spcAft>
                <a:spcPts val="0"/>
              </a:spcAft>
              <a:buClr>
                <a:schemeClr val="dk1"/>
              </a:buClr>
              <a:buSzPts val="7717"/>
              <a:buFont typeface="Arial"/>
              <a:buChar char="•"/>
              <a:defRPr b="0" i="0" sz="7717" u="none" cap="none" strike="noStrike">
                <a:solidFill>
                  <a:schemeClr val="dk1"/>
                </a:solidFill>
                <a:latin typeface="Calibri"/>
                <a:ea typeface="Calibri"/>
                <a:cs typeface="Calibri"/>
                <a:sym typeface="Calibri"/>
              </a:defRPr>
            </a:lvl1pPr>
            <a:lvl2pPr indent="-648589" lvl="1" marL="914400" marR="0" rtl="0" algn="l">
              <a:lnSpc>
                <a:spcPct val="90000"/>
              </a:lnSpc>
              <a:spcBef>
                <a:spcPts val="1378"/>
              </a:spcBef>
              <a:spcAft>
                <a:spcPts val="0"/>
              </a:spcAft>
              <a:buClr>
                <a:schemeClr val="dk1"/>
              </a:buClr>
              <a:buSzPts val="6614"/>
              <a:buFont typeface="Arial"/>
              <a:buChar char="•"/>
              <a:defRPr b="0" i="0" sz="6614" u="none" cap="none" strike="noStrike">
                <a:solidFill>
                  <a:schemeClr val="dk1"/>
                </a:solidFill>
                <a:latin typeface="Calibri"/>
                <a:ea typeface="Calibri"/>
                <a:cs typeface="Calibri"/>
                <a:sym typeface="Calibri"/>
              </a:defRPr>
            </a:lvl2pPr>
            <a:lvl3pPr indent="-578612" lvl="2" marL="1371600" marR="0" rtl="0" algn="l">
              <a:lnSpc>
                <a:spcPct val="90000"/>
              </a:lnSpc>
              <a:spcBef>
                <a:spcPts val="1378"/>
              </a:spcBef>
              <a:spcAft>
                <a:spcPts val="0"/>
              </a:spcAft>
              <a:buClr>
                <a:schemeClr val="dk1"/>
              </a:buClr>
              <a:buSzPts val="5512"/>
              <a:buFont typeface="Arial"/>
              <a:buChar char="•"/>
              <a:defRPr b="0" i="0" sz="5512" u="none" cap="none" strike="noStrike">
                <a:solidFill>
                  <a:schemeClr val="dk1"/>
                </a:solidFill>
                <a:latin typeface="Calibri"/>
                <a:ea typeface="Calibri"/>
                <a:cs typeface="Calibri"/>
                <a:sym typeface="Calibri"/>
              </a:defRPr>
            </a:lvl3pPr>
            <a:lvl4pPr indent="-543624" lvl="3" marL="1828800" marR="0" rtl="0" algn="l">
              <a:lnSpc>
                <a:spcPct val="90000"/>
              </a:lnSpc>
              <a:spcBef>
                <a:spcPts val="1378"/>
              </a:spcBef>
              <a:spcAft>
                <a:spcPts val="0"/>
              </a:spcAft>
              <a:buClr>
                <a:schemeClr val="dk1"/>
              </a:buClr>
              <a:buSzPts val="4961"/>
              <a:buFont typeface="Arial"/>
              <a:buChar char="•"/>
              <a:defRPr b="0" i="0" sz="4961" u="none" cap="none" strike="noStrike">
                <a:solidFill>
                  <a:schemeClr val="dk1"/>
                </a:solidFill>
                <a:latin typeface="Calibri"/>
                <a:ea typeface="Calibri"/>
                <a:cs typeface="Calibri"/>
                <a:sym typeface="Calibri"/>
              </a:defRPr>
            </a:lvl4pPr>
            <a:lvl5pPr indent="-543623" lvl="4" marL="2286000" marR="0" rtl="0" algn="l">
              <a:lnSpc>
                <a:spcPct val="90000"/>
              </a:lnSpc>
              <a:spcBef>
                <a:spcPts val="1378"/>
              </a:spcBef>
              <a:spcAft>
                <a:spcPts val="0"/>
              </a:spcAft>
              <a:buClr>
                <a:schemeClr val="dk1"/>
              </a:buClr>
              <a:buSzPts val="4961"/>
              <a:buFont typeface="Arial"/>
              <a:buChar char="•"/>
              <a:defRPr b="0" i="0" sz="4961" u="none" cap="none" strike="noStrike">
                <a:solidFill>
                  <a:schemeClr val="dk1"/>
                </a:solidFill>
                <a:latin typeface="Calibri"/>
                <a:ea typeface="Calibri"/>
                <a:cs typeface="Calibri"/>
                <a:sym typeface="Calibri"/>
              </a:defRPr>
            </a:lvl5pPr>
            <a:lvl6pPr indent="-543623" lvl="5" marL="2743200" marR="0" rtl="0" algn="l">
              <a:lnSpc>
                <a:spcPct val="90000"/>
              </a:lnSpc>
              <a:spcBef>
                <a:spcPts val="1378"/>
              </a:spcBef>
              <a:spcAft>
                <a:spcPts val="0"/>
              </a:spcAft>
              <a:buClr>
                <a:schemeClr val="dk1"/>
              </a:buClr>
              <a:buSzPts val="4961"/>
              <a:buFont typeface="Arial"/>
              <a:buChar char="•"/>
              <a:defRPr b="0" i="0" sz="4961" u="none" cap="none" strike="noStrike">
                <a:solidFill>
                  <a:schemeClr val="dk1"/>
                </a:solidFill>
                <a:latin typeface="Calibri"/>
                <a:ea typeface="Calibri"/>
                <a:cs typeface="Calibri"/>
                <a:sym typeface="Calibri"/>
              </a:defRPr>
            </a:lvl6pPr>
            <a:lvl7pPr indent="-543623" lvl="6" marL="3200400" marR="0" rtl="0" algn="l">
              <a:lnSpc>
                <a:spcPct val="90000"/>
              </a:lnSpc>
              <a:spcBef>
                <a:spcPts val="1378"/>
              </a:spcBef>
              <a:spcAft>
                <a:spcPts val="0"/>
              </a:spcAft>
              <a:buClr>
                <a:schemeClr val="dk1"/>
              </a:buClr>
              <a:buSzPts val="4961"/>
              <a:buFont typeface="Arial"/>
              <a:buChar char="•"/>
              <a:defRPr b="0" i="0" sz="4961" u="none" cap="none" strike="noStrike">
                <a:solidFill>
                  <a:schemeClr val="dk1"/>
                </a:solidFill>
                <a:latin typeface="Calibri"/>
                <a:ea typeface="Calibri"/>
                <a:cs typeface="Calibri"/>
                <a:sym typeface="Calibri"/>
              </a:defRPr>
            </a:lvl7pPr>
            <a:lvl8pPr indent="-543623" lvl="7" marL="3657600" marR="0" rtl="0" algn="l">
              <a:lnSpc>
                <a:spcPct val="90000"/>
              </a:lnSpc>
              <a:spcBef>
                <a:spcPts val="1378"/>
              </a:spcBef>
              <a:spcAft>
                <a:spcPts val="0"/>
              </a:spcAft>
              <a:buClr>
                <a:schemeClr val="dk1"/>
              </a:buClr>
              <a:buSzPts val="4961"/>
              <a:buFont typeface="Arial"/>
              <a:buChar char="•"/>
              <a:defRPr b="0" i="0" sz="4961" u="none" cap="none" strike="noStrike">
                <a:solidFill>
                  <a:schemeClr val="dk1"/>
                </a:solidFill>
                <a:latin typeface="Calibri"/>
                <a:ea typeface="Calibri"/>
                <a:cs typeface="Calibri"/>
                <a:sym typeface="Calibri"/>
              </a:defRPr>
            </a:lvl8pPr>
            <a:lvl9pPr indent="-543623" lvl="8" marL="4114800" marR="0" rtl="0" algn="l">
              <a:lnSpc>
                <a:spcPct val="90000"/>
              </a:lnSpc>
              <a:spcBef>
                <a:spcPts val="1378"/>
              </a:spcBef>
              <a:spcAft>
                <a:spcPts val="0"/>
              </a:spcAft>
              <a:buClr>
                <a:schemeClr val="dk1"/>
              </a:buClr>
              <a:buSzPts val="4961"/>
              <a:buFont typeface="Arial"/>
              <a:buChar char="•"/>
              <a:defRPr b="0" i="0" sz="4961"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1732498" y="33366432"/>
            <a:ext cx="5669994" cy="191665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307"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8347492" y="33366432"/>
            <a:ext cx="8504992" cy="191665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307"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17797483" y="33366432"/>
            <a:ext cx="5669994" cy="191665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3307" u="none" cap="none" strike="noStrike">
                <a:solidFill>
                  <a:srgbClr val="888888"/>
                </a:solidFill>
                <a:latin typeface="Calibri"/>
                <a:ea typeface="Calibri"/>
                <a:cs typeface="Calibri"/>
                <a:sym typeface="Calibri"/>
              </a:defRPr>
            </a:lvl1pPr>
            <a:lvl2pPr indent="0" lvl="1" marL="0" marR="0" rtl="0" algn="r">
              <a:spcBef>
                <a:spcPts val="0"/>
              </a:spcBef>
              <a:buNone/>
              <a:defRPr b="0" i="0" sz="3307" u="none" cap="none" strike="noStrike">
                <a:solidFill>
                  <a:srgbClr val="888888"/>
                </a:solidFill>
                <a:latin typeface="Calibri"/>
                <a:ea typeface="Calibri"/>
                <a:cs typeface="Calibri"/>
                <a:sym typeface="Calibri"/>
              </a:defRPr>
            </a:lvl2pPr>
            <a:lvl3pPr indent="0" lvl="2" marL="0" marR="0" rtl="0" algn="r">
              <a:spcBef>
                <a:spcPts val="0"/>
              </a:spcBef>
              <a:buNone/>
              <a:defRPr b="0" i="0" sz="3307" u="none" cap="none" strike="noStrike">
                <a:solidFill>
                  <a:srgbClr val="888888"/>
                </a:solidFill>
                <a:latin typeface="Calibri"/>
                <a:ea typeface="Calibri"/>
                <a:cs typeface="Calibri"/>
                <a:sym typeface="Calibri"/>
              </a:defRPr>
            </a:lvl3pPr>
            <a:lvl4pPr indent="0" lvl="3" marL="0" marR="0" rtl="0" algn="r">
              <a:spcBef>
                <a:spcPts val="0"/>
              </a:spcBef>
              <a:buNone/>
              <a:defRPr b="0" i="0" sz="3307" u="none" cap="none" strike="noStrike">
                <a:solidFill>
                  <a:srgbClr val="888888"/>
                </a:solidFill>
                <a:latin typeface="Calibri"/>
                <a:ea typeface="Calibri"/>
                <a:cs typeface="Calibri"/>
                <a:sym typeface="Calibri"/>
              </a:defRPr>
            </a:lvl4pPr>
            <a:lvl5pPr indent="0" lvl="4" marL="0" marR="0" rtl="0" algn="r">
              <a:spcBef>
                <a:spcPts val="0"/>
              </a:spcBef>
              <a:buNone/>
              <a:defRPr b="0" i="0" sz="3307" u="none" cap="none" strike="noStrike">
                <a:solidFill>
                  <a:srgbClr val="888888"/>
                </a:solidFill>
                <a:latin typeface="Calibri"/>
                <a:ea typeface="Calibri"/>
                <a:cs typeface="Calibri"/>
                <a:sym typeface="Calibri"/>
              </a:defRPr>
            </a:lvl5pPr>
            <a:lvl6pPr indent="0" lvl="5" marL="0" marR="0" rtl="0" algn="r">
              <a:spcBef>
                <a:spcPts val="0"/>
              </a:spcBef>
              <a:buNone/>
              <a:defRPr b="0" i="0" sz="3307" u="none" cap="none" strike="noStrike">
                <a:solidFill>
                  <a:srgbClr val="888888"/>
                </a:solidFill>
                <a:latin typeface="Calibri"/>
                <a:ea typeface="Calibri"/>
                <a:cs typeface="Calibri"/>
                <a:sym typeface="Calibri"/>
              </a:defRPr>
            </a:lvl6pPr>
            <a:lvl7pPr indent="0" lvl="6" marL="0" marR="0" rtl="0" algn="r">
              <a:spcBef>
                <a:spcPts val="0"/>
              </a:spcBef>
              <a:buNone/>
              <a:defRPr b="0" i="0" sz="3307" u="none" cap="none" strike="noStrike">
                <a:solidFill>
                  <a:srgbClr val="888888"/>
                </a:solidFill>
                <a:latin typeface="Calibri"/>
                <a:ea typeface="Calibri"/>
                <a:cs typeface="Calibri"/>
                <a:sym typeface="Calibri"/>
              </a:defRPr>
            </a:lvl7pPr>
            <a:lvl8pPr indent="0" lvl="7" marL="0" marR="0" rtl="0" algn="r">
              <a:spcBef>
                <a:spcPts val="0"/>
              </a:spcBef>
              <a:buNone/>
              <a:defRPr b="0" i="0" sz="3307" u="none" cap="none" strike="noStrike">
                <a:solidFill>
                  <a:srgbClr val="888888"/>
                </a:solidFill>
                <a:latin typeface="Calibri"/>
                <a:ea typeface="Calibri"/>
                <a:cs typeface="Calibri"/>
                <a:sym typeface="Calibri"/>
              </a:defRPr>
            </a:lvl8pPr>
            <a:lvl9pPr indent="0" lvl="8" marL="0" marR="0" rtl="0" algn="r">
              <a:spcBef>
                <a:spcPts val="0"/>
              </a:spcBef>
              <a:buNone/>
              <a:defRPr b="0" i="0" sz="3307"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I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jpg"/><Relationship Id="rId9"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1E5"/>
        </a:solidFill>
      </p:bgPr>
    </p:bg>
    <p:spTree>
      <p:nvGrpSpPr>
        <p:cNvPr id="83" name="Shape 83"/>
        <p:cNvGrpSpPr/>
        <p:nvPr/>
      </p:nvGrpSpPr>
      <p:grpSpPr>
        <a:xfrm>
          <a:off x="0" y="0"/>
          <a:ext cx="0" cy="0"/>
          <a:chOff x="0" y="0"/>
          <a:chExt cx="0" cy="0"/>
        </a:xfrm>
      </p:grpSpPr>
      <p:graphicFrame>
        <p:nvGraphicFramePr>
          <p:cNvPr id="84" name="Google Shape;84;p1"/>
          <p:cNvGraphicFramePr/>
          <p:nvPr/>
        </p:nvGraphicFramePr>
        <p:xfrm>
          <a:off x="818147" y="665380"/>
          <a:ext cx="3000000" cy="3000000"/>
        </p:xfrm>
        <a:graphic>
          <a:graphicData uri="http://schemas.openxmlformats.org/drawingml/2006/table">
            <a:tbl>
              <a:tblPr bandRow="1" firstRow="1">
                <a:noFill/>
                <a:tableStyleId>{9CF5CDD0-2516-4AAF-8FB1-8FEB4DE70D9C}</a:tableStyleId>
              </a:tblPr>
              <a:tblGrid>
                <a:gridCol w="5558600"/>
                <a:gridCol w="13210675"/>
                <a:gridCol w="4740450"/>
              </a:tblGrid>
              <a:tr h="1781850">
                <a:tc>
                  <a:txBody>
                    <a:bodyPr/>
                    <a:lstStyle/>
                    <a:p>
                      <a:pPr indent="0" lvl="0" marL="0" marR="0" rtl="0" algn="ctr">
                        <a:lnSpc>
                          <a:spcPct val="100000"/>
                        </a:lnSpc>
                        <a:spcBef>
                          <a:spcPts val="0"/>
                        </a:spcBef>
                        <a:spcAft>
                          <a:spcPts val="0"/>
                        </a:spcAft>
                        <a:buClr>
                          <a:schemeClr val="lt1"/>
                        </a:buClr>
                        <a:buSzPts val="3800"/>
                        <a:buFont typeface="Calibri"/>
                        <a:buNone/>
                      </a:pPr>
                      <a:r>
                        <a:rPr b="1" lang="iw-IL" sz="3800" u="none" cap="none" strike="noStrike">
                          <a:solidFill>
                            <a:schemeClr val="lt1"/>
                          </a:solidFill>
                          <a:latin typeface="Calibri"/>
                          <a:ea typeface="Calibri"/>
                          <a:cs typeface="Calibri"/>
                          <a:sym typeface="Calibri"/>
                        </a:rPr>
                        <a:t>פיתוח תוכנה לאינטראקציה בין אדם ורובוט הומנואיד</a:t>
                      </a:r>
                      <a:endParaRPr sz="3800" u="none" cap="none" strike="noStrike"/>
                    </a:p>
                  </a:txBody>
                  <a:tcPr marT="45725" marB="45725" marR="91450" marL="91450" anchor="ctr">
                    <a:solidFill>
                      <a:srgbClr val="268282"/>
                    </a:solidFill>
                  </a:tcPr>
                </a:tc>
                <a:tc rowSpan="2">
                  <a:txBody>
                    <a:bodyPr/>
                    <a:lstStyle/>
                    <a:p>
                      <a:pPr indent="0" lvl="0" marL="0" marR="0" rtl="0" algn="ctr">
                        <a:spcBef>
                          <a:spcPts val="0"/>
                        </a:spcBef>
                        <a:spcAft>
                          <a:spcPts val="0"/>
                        </a:spcAft>
                        <a:buNone/>
                      </a:pPr>
                      <a:r>
                        <a:rPr b="1" lang="iw-IL" sz="7400" u="none" cap="none" strike="noStrike">
                          <a:solidFill>
                            <a:schemeClr val="lt1"/>
                          </a:solidFill>
                          <a:latin typeface="Calibri"/>
                          <a:ea typeface="Calibri"/>
                          <a:cs typeface="Calibri"/>
                          <a:sym typeface="Calibri"/>
                        </a:rPr>
                        <a:t>Step By Hand</a:t>
                      </a:r>
                      <a:endParaRPr/>
                    </a:p>
                    <a:p>
                      <a:pPr indent="0" lvl="0" marL="0" marR="0" rtl="0" algn="ctr">
                        <a:spcBef>
                          <a:spcPts val="0"/>
                        </a:spcBef>
                        <a:spcAft>
                          <a:spcPts val="0"/>
                        </a:spcAft>
                        <a:buNone/>
                      </a:pPr>
                      <a:r>
                        <a:rPr lang="iw-IL" sz="5400" u="none" cap="none" strike="noStrike"/>
                        <a:t>עדי חיים, אפיק אהרון, לירן אייכנבוים </a:t>
                      </a:r>
                      <a:endParaRPr/>
                    </a:p>
                    <a:p>
                      <a:pPr indent="0" lvl="0" marL="0" marR="0" rtl="0" algn="ctr">
                        <a:spcBef>
                          <a:spcPts val="0"/>
                        </a:spcBef>
                        <a:spcAft>
                          <a:spcPts val="0"/>
                        </a:spcAft>
                        <a:buNone/>
                      </a:pPr>
                      <a:r>
                        <a:rPr b="1" lang="iw-IL" sz="4000" u="none" cap="none" strike="noStrike">
                          <a:solidFill>
                            <a:schemeClr val="lt1"/>
                          </a:solidFill>
                          <a:latin typeface="Calibri"/>
                          <a:ea typeface="Calibri"/>
                          <a:cs typeface="Calibri"/>
                          <a:sym typeface="Calibri"/>
                        </a:rPr>
                        <a:t>2026 , סמסטר ב', תשפ"ו</a:t>
                      </a:r>
                      <a:endParaRPr b="1" sz="4000" u="none" cap="none" strike="noStrike">
                        <a:solidFill>
                          <a:schemeClr val="lt1"/>
                        </a:solidFill>
                        <a:latin typeface="Arial"/>
                        <a:ea typeface="Arial"/>
                        <a:cs typeface="Arial"/>
                        <a:sym typeface="Arial"/>
                      </a:endParaRPr>
                    </a:p>
                  </a:txBody>
                  <a:tcPr marT="45725" marB="45725" marR="91450" marL="91450" anchor="ctr">
                    <a:solidFill>
                      <a:srgbClr val="268282"/>
                    </a:solidFill>
                  </a:tcPr>
                </a:tc>
                <a:tc rowSpan="2">
                  <a:txBody>
                    <a:bodyPr/>
                    <a:lstStyle/>
                    <a:p>
                      <a:pPr indent="0" lvl="0" marL="0" marR="0" rtl="0" algn="l">
                        <a:spcBef>
                          <a:spcPts val="0"/>
                        </a:spcBef>
                        <a:spcAft>
                          <a:spcPts val="0"/>
                        </a:spcAft>
                        <a:buNone/>
                      </a:pPr>
                      <a:r>
                        <a:t/>
                      </a:r>
                      <a:endParaRPr sz="4961"/>
                    </a:p>
                  </a:txBody>
                  <a:tcPr marT="45725" marB="45725" marR="91450" marL="91450">
                    <a:solidFill>
                      <a:srgbClr val="268282"/>
                    </a:solidFill>
                  </a:tcPr>
                </a:tc>
              </a:tr>
              <a:tr h="1781850">
                <a:tc>
                  <a:txBody>
                    <a:bodyPr/>
                    <a:lstStyle/>
                    <a:p>
                      <a:pPr indent="0" lvl="0" marL="0" marR="0" rtl="0" algn="ctr">
                        <a:lnSpc>
                          <a:spcPct val="100000"/>
                        </a:lnSpc>
                        <a:spcBef>
                          <a:spcPts val="0"/>
                        </a:spcBef>
                        <a:spcAft>
                          <a:spcPts val="0"/>
                        </a:spcAft>
                        <a:buClr>
                          <a:schemeClr val="lt1"/>
                        </a:buClr>
                        <a:buSzPts val="5400"/>
                        <a:buFont typeface="Calibri"/>
                        <a:buNone/>
                      </a:pPr>
                      <a:r>
                        <a:rPr b="1" lang="iw-IL" sz="5400">
                          <a:solidFill>
                            <a:schemeClr val="lt1"/>
                          </a:solidFill>
                        </a:rPr>
                        <a:t>עידן טוביס</a:t>
                      </a:r>
                      <a:endParaRPr b="1" sz="5400">
                        <a:solidFill>
                          <a:schemeClr val="lt1"/>
                        </a:solidFill>
                      </a:endParaRPr>
                    </a:p>
                  </a:txBody>
                  <a:tcPr marT="45725" marB="45725" marR="91450" marL="91450" anchor="ctr">
                    <a:solidFill>
                      <a:srgbClr val="268282"/>
                    </a:solidFill>
                  </a:tcPr>
                </a:tc>
                <a:tc vMerge="1"/>
                <a:tc vMerge="1"/>
              </a:tr>
            </a:tbl>
          </a:graphicData>
        </a:graphic>
      </p:graphicFrame>
      <p:pic>
        <p:nvPicPr>
          <p:cNvPr descr="Related image" id="85" name="Google Shape;85;p1"/>
          <p:cNvPicPr preferRelativeResize="0"/>
          <p:nvPr/>
        </p:nvPicPr>
        <p:blipFill rotWithShape="1">
          <a:blip r:embed="rId3">
            <a:alphaModFix/>
          </a:blip>
          <a:srcRect b="0" l="0" r="0" t="0"/>
          <a:stretch/>
        </p:blipFill>
        <p:spPr>
          <a:xfrm>
            <a:off x="19840513" y="1040568"/>
            <a:ext cx="4252557" cy="2815350"/>
          </a:xfrm>
          <a:prstGeom prst="rect">
            <a:avLst/>
          </a:prstGeom>
          <a:noFill/>
          <a:ln>
            <a:noFill/>
          </a:ln>
        </p:spPr>
      </p:pic>
      <p:sp>
        <p:nvSpPr>
          <p:cNvPr id="86" name="Google Shape;86;p1"/>
          <p:cNvSpPr/>
          <p:nvPr/>
        </p:nvSpPr>
        <p:spPr>
          <a:xfrm>
            <a:off x="818160" y="4591050"/>
            <a:ext cx="23509800" cy="30743400"/>
          </a:xfrm>
          <a:prstGeom prst="roundRect">
            <a:avLst>
              <a:gd fmla="val 16667" name="adj"/>
            </a:avLst>
          </a:prstGeom>
          <a:solidFill>
            <a:srgbClr val="2682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קובץ:Logo hit+50.jpg – ויקיפדיה" id="87" name="Google Shape;87;p1"/>
          <p:cNvPicPr preferRelativeResize="0"/>
          <p:nvPr/>
        </p:nvPicPr>
        <p:blipFill rotWithShape="1">
          <a:blip r:embed="rId4">
            <a:alphaModFix/>
          </a:blip>
          <a:srcRect b="10653" l="8089" r="9087" t="11157"/>
          <a:stretch/>
        </p:blipFill>
        <p:spPr>
          <a:xfrm>
            <a:off x="19840513" y="1039010"/>
            <a:ext cx="4252557" cy="2815349"/>
          </a:xfrm>
          <a:prstGeom prst="rect">
            <a:avLst/>
          </a:prstGeom>
          <a:noFill/>
          <a:ln>
            <a:noFill/>
          </a:ln>
        </p:spPr>
      </p:pic>
      <p:sp>
        <p:nvSpPr>
          <p:cNvPr id="88" name="Google Shape;88;p1"/>
          <p:cNvSpPr/>
          <p:nvPr/>
        </p:nvSpPr>
        <p:spPr>
          <a:xfrm>
            <a:off x="12911638" y="5736930"/>
            <a:ext cx="10303500" cy="5554200"/>
          </a:xfrm>
          <a:prstGeom prst="roundRect">
            <a:avLst>
              <a:gd fmla="val 16667" name="adj"/>
            </a:avLst>
          </a:prstGeom>
          <a:solidFill>
            <a:srgbClr val="F7F1E5"/>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rPr i="0" lang="iw-IL" sz="5600" u="none" cap="none" strike="noStrike">
                <a:solidFill>
                  <a:schemeClr val="dk1"/>
                </a:solidFill>
                <a:latin typeface="Calibri"/>
                <a:ea typeface="Calibri"/>
                <a:cs typeface="Calibri"/>
                <a:sym typeface="Calibri"/>
              </a:rPr>
              <a:t>הקדמה:</a:t>
            </a:r>
            <a:endParaRPr sz="5600">
              <a:solidFill>
                <a:schemeClr val="dk1"/>
              </a:solidFill>
              <a:latin typeface="Calibri"/>
              <a:ea typeface="Calibri"/>
              <a:cs typeface="Calibri"/>
              <a:sym typeface="Calibri"/>
            </a:endParaRPr>
          </a:p>
          <a:p>
            <a:pPr indent="0" lvl="0" marL="0" marR="0" rtl="1" algn="r">
              <a:spcBef>
                <a:spcPts val="0"/>
              </a:spcBef>
              <a:spcAft>
                <a:spcPts val="0"/>
              </a:spcAft>
              <a:buNone/>
            </a:pPr>
            <a:r>
              <a:rPr b="1" lang="iw-IL" sz="3800">
                <a:solidFill>
                  <a:schemeClr val="dk1"/>
                </a:solidFill>
                <a:latin typeface="Calibri"/>
                <a:ea typeface="Calibri"/>
                <a:cs typeface="Calibri"/>
                <a:sym typeface="Calibri"/>
              </a:rPr>
              <a:t>StepByHand</a:t>
            </a:r>
            <a:r>
              <a:rPr lang="iw-IL" sz="3800">
                <a:solidFill>
                  <a:schemeClr val="dk1"/>
                </a:solidFill>
                <a:latin typeface="Calibri"/>
                <a:ea typeface="Calibri"/>
                <a:cs typeface="Calibri"/>
                <a:sym typeface="Calibri"/>
              </a:rPr>
              <a:t> היא מערכת רובוטית אינטראקטיבית שפותחה עבור ילדים על הרצף האוטיסטי, במטרה ליצור חוויית למידה ומשחק נגישה, מהנה ואינטואיטיבית. המערכת משלבת ראייה ממוחשבת, למידת מכונה, יד רובוטית והנחיות קוליות, ומספקת למשתמש משוב מיידי במהלך הפעילות. </a:t>
            </a:r>
            <a:endParaRPr i="0" sz="3800" u="none" cap="none" strike="noStrike">
              <a:solidFill>
                <a:schemeClr val="dk1"/>
              </a:solidFill>
              <a:latin typeface="Calibri"/>
              <a:ea typeface="Calibri"/>
              <a:cs typeface="Calibri"/>
              <a:sym typeface="Calibri"/>
            </a:endParaRPr>
          </a:p>
        </p:txBody>
      </p:sp>
      <p:sp>
        <p:nvSpPr>
          <p:cNvPr id="89" name="Google Shape;89;p1"/>
          <p:cNvSpPr/>
          <p:nvPr/>
        </p:nvSpPr>
        <p:spPr>
          <a:xfrm>
            <a:off x="12911631" y="11783278"/>
            <a:ext cx="10303500" cy="7281600"/>
          </a:xfrm>
          <a:prstGeom prst="roundRect">
            <a:avLst>
              <a:gd fmla="val 16667" name="adj"/>
            </a:avLst>
          </a:prstGeom>
          <a:solidFill>
            <a:srgbClr val="F7F1E5"/>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rPr lang="iw-IL" sz="5600">
                <a:solidFill>
                  <a:schemeClr val="dk1"/>
                </a:solidFill>
                <a:latin typeface="Calibri"/>
                <a:ea typeface="Calibri"/>
                <a:cs typeface="Calibri"/>
                <a:sym typeface="Calibri"/>
              </a:rPr>
              <a:t>ארכיטקטורת המערכת:</a:t>
            </a:r>
            <a:br>
              <a:rPr b="1" lang="iw-IL" sz="3800">
                <a:solidFill>
                  <a:schemeClr val="dk1"/>
                </a:solidFill>
                <a:latin typeface="Calibri"/>
                <a:ea typeface="Calibri"/>
                <a:cs typeface="Calibri"/>
                <a:sym typeface="Calibri"/>
              </a:rPr>
            </a:br>
            <a:r>
              <a:rPr lang="iw-IL" sz="3800">
                <a:solidFill>
                  <a:schemeClr val="dk1"/>
                </a:solidFill>
                <a:latin typeface="Calibri"/>
                <a:ea typeface="Calibri"/>
                <a:cs typeface="Calibri"/>
                <a:sym typeface="Calibri"/>
              </a:rPr>
              <a:t>המערכת משלבת מצלמה, מחשב, בקר Arduino ויד רובוטית בעלת חמש אצבעות.</a:t>
            </a:r>
            <a:br>
              <a:rPr lang="iw-IL" sz="3800">
                <a:solidFill>
                  <a:schemeClr val="dk1"/>
                </a:solidFill>
                <a:latin typeface="Calibri"/>
                <a:ea typeface="Calibri"/>
                <a:cs typeface="Calibri"/>
                <a:sym typeface="Calibri"/>
              </a:rPr>
            </a:br>
            <a:r>
              <a:rPr lang="iw-IL" sz="3800">
                <a:solidFill>
                  <a:schemeClr val="dk1"/>
                </a:solidFill>
                <a:latin typeface="Calibri"/>
                <a:ea typeface="Calibri"/>
                <a:cs typeface="Calibri"/>
                <a:sym typeface="Calibri"/>
              </a:rPr>
              <a:t>המצלמה מזהה את מחוות היד של המשתמש, והמידע נשלח למחשב, שם הוא מעובד באמצעות OpenCV ו־MediaPipe. </a:t>
            </a:r>
            <a:endParaRPr sz="3800">
              <a:solidFill>
                <a:schemeClr val="dk1"/>
              </a:solidFill>
              <a:latin typeface="Calibri"/>
              <a:ea typeface="Calibri"/>
              <a:cs typeface="Calibri"/>
              <a:sym typeface="Calibri"/>
            </a:endParaRPr>
          </a:p>
          <a:p>
            <a:pPr indent="0" lvl="0" marL="0" marR="0" rtl="1" algn="r">
              <a:spcBef>
                <a:spcPts val="0"/>
              </a:spcBef>
              <a:spcAft>
                <a:spcPts val="0"/>
              </a:spcAft>
              <a:buNone/>
            </a:pPr>
            <a:r>
              <a:rPr lang="iw-IL" sz="3800">
                <a:solidFill>
                  <a:schemeClr val="dk1"/>
                </a:solidFill>
                <a:latin typeface="Calibri"/>
                <a:ea typeface="Calibri"/>
                <a:cs typeface="Calibri"/>
                <a:sym typeface="Calibri"/>
              </a:rPr>
              <a:t>לאחר מכן מודל למידת מכונה מסווג את המחווה בזמן אמת ומאפשר למערכת להגיב בהתאם.</a:t>
            </a:r>
            <a:br>
              <a:rPr lang="iw-IL" sz="3800">
                <a:solidFill>
                  <a:schemeClr val="dk1"/>
                </a:solidFill>
                <a:latin typeface="Calibri"/>
                <a:ea typeface="Calibri"/>
                <a:cs typeface="Calibri"/>
                <a:sym typeface="Calibri"/>
              </a:rPr>
            </a:br>
            <a:r>
              <a:rPr lang="iw-IL" sz="3800">
                <a:solidFill>
                  <a:schemeClr val="dk1"/>
                </a:solidFill>
                <a:latin typeface="Calibri"/>
                <a:ea typeface="Calibri"/>
                <a:cs typeface="Calibri"/>
                <a:sym typeface="Calibri"/>
              </a:rPr>
              <a:t>הפקודה מועברת ל־Arduino, שמפעיל את מנועי ה־Servo ומאפשר ליד הרובוטית להגיב בזמן אמת.</a:t>
            </a:r>
            <a:endParaRPr sz="3800">
              <a:solidFill>
                <a:schemeClr val="dk1"/>
              </a:solidFill>
              <a:latin typeface="Calibri"/>
              <a:ea typeface="Calibri"/>
              <a:cs typeface="Calibri"/>
              <a:sym typeface="Calibri"/>
            </a:endParaRPr>
          </a:p>
        </p:txBody>
      </p:sp>
      <p:sp>
        <p:nvSpPr>
          <p:cNvPr id="90" name="Google Shape;90;p1"/>
          <p:cNvSpPr/>
          <p:nvPr/>
        </p:nvSpPr>
        <p:spPr>
          <a:xfrm>
            <a:off x="12911631" y="19557028"/>
            <a:ext cx="10303500" cy="8119800"/>
          </a:xfrm>
          <a:prstGeom prst="roundRect">
            <a:avLst>
              <a:gd fmla="val 16667" name="adj"/>
            </a:avLst>
          </a:prstGeom>
          <a:solidFill>
            <a:srgbClr val="F7F1E5"/>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rPr b="0" i="0" lang="iw-IL" sz="5600" u="none" cap="none" strike="noStrike">
                <a:solidFill>
                  <a:schemeClr val="dk1"/>
                </a:solidFill>
                <a:latin typeface="Calibri"/>
                <a:ea typeface="Calibri"/>
                <a:cs typeface="Calibri"/>
                <a:sym typeface="Calibri"/>
              </a:rPr>
              <a:t>יכולות מרכזיות:</a:t>
            </a:r>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זיהוי מחוות ידיים בזמן אמת</a:t>
            </a:r>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הפעלה מלאה באמצעות מחוות ו/או קול, ללא צורך במקלדת או עכבר</a:t>
            </a:r>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מצב למידה </a:t>
            </a:r>
            <a:r>
              <a:rPr lang="iw-IL" sz="3800">
                <a:solidFill>
                  <a:schemeClr val="dk1"/>
                </a:solidFill>
                <a:latin typeface="Calibri"/>
                <a:ea typeface="Calibri"/>
                <a:cs typeface="Calibri"/>
                <a:sym typeface="Calibri"/>
              </a:rPr>
              <a:t>המאפשר ללמוד </a:t>
            </a:r>
            <a:r>
              <a:rPr b="0" i="0" lang="iw-IL" sz="3800" u="none" cap="none" strike="noStrike">
                <a:solidFill>
                  <a:schemeClr val="dk1"/>
                </a:solidFill>
                <a:latin typeface="Calibri"/>
                <a:ea typeface="Calibri"/>
                <a:cs typeface="Calibri"/>
                <a:sym typeface="Calibri"/>
              </a:rPr>
              <a:t>ספירה, תרגילי חיבור וחיסור והשוואת גדול/קטן</a:t>
            </a:r>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מצב משחק הכולל את המשחקים "זוג ופרט" ו"אבן, נייר ומספריים"</a:t>
            </a:r>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התאמת רמת הקושי לפי הצלחות וכישלונות המשתמש במצב הלמידה</a:t>
            </a:r>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משוב והנחיות קוליות במהלך הפעילות</a:t>
            </a:r>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תגובה פיזית של היד הרובוטית לפעולות המשתמש</a:t>
            </a:r>
            <a:endParaRPr b="0" i="0" sz="3800" u="none" cap="none" strike="noStrike">
              <a:solidFill>
                <a:schemeClr val="dk1"/>
              </a:solidFill>
              <a:latin typeface="Calibri"/>
              <a:ea typeface="Calibri"/>
              <a:cs typeface="Calibri"/>
              <a:sym typeface="Calibri"/>
            </a:endParaRPr>
          </a:p>
        </p:txBody>
      </p:sp>
      <p:sp>
        <p:nvSpPr>
          <p:cNvPr id="91" name="Google Shape;91;p1"/>
          <p:cNvSpPr/>
          <p:nvPr/>
        </p:nvSpPr>
        <p:spPr>
          <a:xfrm>
            <a:off x="1820057" y="5783870"/>
            <a:ext cx="10765200" cy="7112100"/>
          </a:xfrm>
          <a:prstGeom prst="roundRect">
            <a:avLst>
              <a:gd fmla="val 16667" name="adj"/>
            </a:avLst>
          </a:prstGeom>
          <a:solidFill>
            <a:srgbClr val="F7F1E5"/>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rPr b="0" i="0" lang="iw-IL" sz="5600" u="none" cap="none" strike="noStrike">
                <a:solidFill>
                  <a:schemeClr val="dk1"/>
                </a:solidFill>
                <a:latin typeface="Calibri"/>
                <a:ea typeface="Calibri"/>
                <a:cs typeface="Calibri"/>
                <a:sym typeface="Calibri"/>
              </a:rPr>
              <a:t>מסקנות:</a:t>
            </a:r>
            <a:endParaRPr>
              <a:solidFill>
                <a:schemeClr val="dk1"/>
              </a:solidFill>
            </a:endParaRPr>
          </a:p>
          <a:p>
            <a:pPr indent="-571500" lvl="0" marL="571500" marR="0" rtl="1" algn="r">
              <a:spcBef>
                <a:spcPts val="0"/>
              </a:spcBef>
              <a:spcAft>
                <a:spcPts val="0"/>
              </a:spcAft>
              <a:buClr>
                <a:schemeClr val="dk1"/>
              </a:buClr>
              <a:buSzPts val="3800"/>
              <a:buFont typeface="Calibri"/>
              <a:buChar char="•"/>
            </a:pPr>
            <a:r>
              <a:rPr lang="iw-IL" sz="3800">
                <a:solidFill>
                  <a:schemeClr val="dk1"/>
                </a:solidFill>
                <a:latin typeface="Calibri"/>
                <a:ea typeface="Calibri"/>
                <a:cs typeface="Calibri"/>
                <a:sym typeface="Calibri"/>
              </a:rPr>
              <a:t>המערכת יוצרת ממשק אינטראקטיבי המאפשר לילדים לתקשר עם רובוט באמצעות מחוות יד טבעיות. </a:t>
            </a:r>
            <a:endParaRPr>
              <a:solidFill>
                <a:schemeClr val="dk1"/>
              </a:solidFill>
              <a:latin typeface="Calibri"/>
              <a:ea typeface="Calibri"/>
              <a:cs typeface="Calibri"/>
              <a:sym typeface="Calibri"/>
            </a:endParaRPr>
          </a:p>
          <a:p>
            <a:pPr indent="-571500" lvl="0" marL="571500" marR="0" rtl="1" algn="r">
              <a:spcBef>
                <a:spcPts val="0"/>
              </a:spcBef>
              <a:spcAft>
                <a:spcPts val="0"/>
              </a:spcAft>
              <a:buClr>
                <a:schemeClr val="dk1"/>
              </a:buClr>
              <a:buSzPts val="3800"/>
              <a:buFont typeface="Calibri"/>
              <a:buChar char="•"/>
            </a:pPr>
            <a:r>
              <a:rPr lang="iw-IL" sz="3800">
                <a:solidFill>
                  <a:schemeClr val="dk1"/>
                </a:solidFill>
                <a:latin typeface="Calibri"/>
                <a:ea typeface="Calibri"/>
                <a:cs typeface="Calibri"/>
                <a:sym typeface="Calibri"/>
              </a:rPr>
              <a:t>הפעילויות משלבות למידה חווייתית עם תרגול מוטורי וקוגניטיבי בסביבה מותאמת למשתמש. </a:t>
            </a:r>
            <a:endParaRPr>
              <a:solidFill>
                <a:schemeClr val="dk1"/>
              </a:solidFill>
              <a:latin typeface="Calibri"/>
              <a:ea typeface="Calibri"/>
              <a:cs typeface="Calibri"/>
              <a:sym typeface="Calibri"/>
            </a:endParaRPr>
          </a:p>
          <a:p>
            <a:pPr indent="-571500" lvl="0" marL="571500" marR="0" rtl="1" algn="r">
              <a:spcBef>
                <a:spcPts val="0"/>
              </a:spcBef>
              <a:spcAft>
                <a:spcPts val="0"/>
              </a:spcAft>
              <a:buClr>
                <a:schemeClr val="dk1"/>
              </a:buClr>
              <a:buSzPts val="3800"/>
              <a:buFont typeface="Calibri"/>
              <a:buChar char="•"/>
            </a:pPr>
            <a:r>
              <a:rPr lang="iw-IL" sz="3800">
                <a:solidFill>
                  <a:schemeClr val="dk1"/>
                </a:solidFill>
                <a:latin typeface="Calibri"/>
                <a:ea typeface="Calibri"/>
                <a:cs typeface="Calibri"/>
                <a:sym typeface="Calibri"/>
              </a:rPr>
              <a:t>המערכת מספקת משוב מיידי המאפשר למשתמש להבין, להתנסות ולהתקדם באופן עצמאי. </a:t>
            </a:r>
            <a:endParaRPr>
              <a:solidFill>
                <a:schemeClr val="dk1"/>
              </a:solidFill>
              <a:latin typeface="Calibri"/>
              <a:ea typeface="Calibri"/>
              <a:cs typeface="Calibri"/>
              <a:sym typeface="Calibri"/>
            </a:endParaRPr>
          </a:p>
          <a:p>
            <a:pPr indent="-571500" lvl="0" marL="571500" marR="0" rtl="1" algn="r">
              <a:spcBef>
                <a:spcPts val="0"/>
              </a:spcBef>
              <a:spcAft>
                <a:spcPts val="0"/>
              </a:spcAft>
              <a:buClr>
                <a:schemeClr val="dk1"/>
              </a:buClr>
              <a:buSzPts val="3800"/>
              <a:buFont typeface="Calibri"/>
              <a:buChar char="•"/>
            </a:pPr>
            <a:r>
              <a:rPr lang="iw-IL" sz="3800">
                <a:solidFill>
                  <a:schemeClr val="dk1"/>
                </a:solidFill>
                <a:latin typeface="Calibri"/>
                <a:ea typeface="Calibri"/>
                <a:cs typeface="Calibri"/>
                <a:sym typeface="Calibri"/>
              </a:rPr>
              <a:t>שילוב של ראייה ממוחשבת, למידת מכונה ורובוטיקה המאפשר זיהוי תגובה בזמן אמת. </a:t>
            </a:r>
            <a:endParaRPr>
              <a:solidFill>
                <a:schemeClr val="dk1"/>
              </a:solidFill>
              <a:latin typeface="Calibri"/>
              <a:ea typeface="Calibri"/>
              <a:cs typeface="Calibri"/>
              <a:sym typeface="Calibri"/>
            </a:endParaRPr>
          </a:p>
          <a:p>
            <a:pPr indent="0" lvl="0" marL="457200" marR="0" rtl="1" algn="r">
              <a:spcBef>
                <a:spcPts val="0"/>
              </a:spcBef>
              <a:spcAft>
                <a:spcPts val="0"/>
              </a:spcAft>
              <a:buNone/>
            </a:pPr>
            <a:r>
              <a:t/>
            </a:r>
            <a:endParaRPr b="0" i="0" sz="3800" u="none" cap="none" strike="noStrike">
              <a:solidFill>
                <a:srgbClr val="FF0000"/>
              </a:solidFill>
              <a:latin typeface="Calibri"/>
              <a:ea typeface="Calibri"/>
              <a:cs typeface="Calibri"/>
              <a:sym typeface="Calibri"/>
            </a:endParaRPr>
          </a:p>
        </p:txBody>
      </p:sp>
      <p:sp>
        <p:nvSpPr>
          <p:cNvPr id="92" name="Google Shape;92;p1"/>
          <p:cNvSpPr/>
          <p:nvPr/>
        </p:nvSpPr>
        <p:spPr>
          <a:xfrm>
            <a:off x="1820045" y="13348439"/>
            <a:ext cx="10765200" cy="4311600"/>
          </a:xfrm>
          <a:prstGeom prst="roundRect">
            <a:avLst>
              <a:gd fmla="val 16667" name="adj"/>
            </a:avLst>
          </a:prstGeom>
          <a:solidFill>
            <a:srgbClr val="F7F1E5"/>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rPr b="0" i="0" lang="iw-IL" sz="5600" u="none" cap="none" strike="noStrike">
                <a:solidFill>
                  <a:schemeClr val="dk1"/>
                </a:solidFill>
                <a:latin typeface="Calibri"/>
                <a:ea typeface="Calibri"/>
                <a:cs typeface="Calibri"/>
                <a:sym typeface="Calibri"/>
              </a:rPr>
              <a:t>דיון וכיוונים להמשך:</a:t>
            </a:r>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שיפור </a:t>
            </a:r>
            <a:r>
              <a:rPr lang="iw-IL" sz="3800">
                <a:solidFill>
                  <a:schemeClr val="dk1"/>
                </a:solidFill>
                <a:latin typeface="Calibri"/>
                <a:ea typeface="Calibri"/>
                <a:cs typeface="Calibri"/>
                <a:sym typeface="Calibri"/>
              </a:rPr>
              <a:t>ה</a:t>
            </a:r>
            <a:r>
              <a:rPr b="0" i="0" lang="iw-IL" sz="3800" u="none" cap="none" strike="noStrike">
                <a:solidFill>
                  <a:schemeClr val="dk1"/>
                </a:solidFill>
                <a:latin typeface="Calibri"/>
                <a:ea typeface="Calibri"/>
                <a:cs typeface="Calibri"/>
                <a:sym typeface="Calibri"/>
              </a:rPr>
              <a:t>זיהוי של אצבעות המשתמש בתנאי תאורה משתנים.</a:t>
            </a:r>
            <a:endParaRPr>
              <a:solidFill>
                <a:schemeClr val="dk1"/>
              </a:solidFill>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הרחבת מאגר הפעילויות </a:t>
            </a:r>
            <a:r>
              <a:rPr lang="iw-IL" sz="3800">
                <a:solidFill>
                  <a:schemeClr val="dk1"/>
                </a:solidFill>
                <a:latin typeface="Calibri"/>
                <a:ea typeface="Calibri"/>
                <a:cs typeface="Calibri"/>
                <a:sym typeface="Calibri"/>
              </a:rPr>
              <a:t>והמשחקים.</a:t>
            </a:r>
            <a:endParaRPr>
              <a:solidFill>
                <a:schemeClr val="dk1"/>
              </a:solidFill>
            </a:endParaRPr>
          </a:p>
          <a:p>
            <a:pPr indent="-571500" lvl="0" marL="571500" marR="0" rtl="1" algn="r">
              <a:spcBef>
                <a:spcPts val="0"/>
              </a:spcBef>
              <a:spcAft>
                <a:spcPts val="0"/>
              </a:spcAft>
              <a:buClr>
                <a:schemeClr val="dk1"/>
              </a:buClr>
              <a:buSzPts val="3800"/>
              <a:buFont typeface="Arial"/>
              <a:buChar char="•"/>
            </a:pPr>
            <a:r>
              <a:rPr b="0" i="0" lang="iw-IL" sz="3800" u="none" cap="none" strike="noStrike">
                <a:solidFill>
                  <a:schemeClr val="dk1"/>
                </a:solidFill>
                <a:latin typeface="Calibri"/>
                <a:ea typeface="Calibri"/>
                <a:cs typeface="Calibri"/>
                <a:sym typeface="Calibri"/>
              </a:rPr>
              <a:t>התאמ</a:t>
            </a:r>
            <a:r>
              <a:rPr lang="iw-IL" sz="3800">
                <a:solidFill>
                  <a:schemeClr val="dk1"/>
                </a:solidFill>
                <a:latin typeface="Calibri"/>
                <a:ea typeface="Calibri"/>
                <a:cs typeface="Calibri"/>
                <a:sym typeface="Calibri"/>
              </a:rPr>
              <a:t>ת משחקי הלמידה </a:t>
            </a:r>
            <a:r>
              <a:rPr b="0" i="0" lang="iw-IL" sz="3800" u="none" cap="none" strike="noStrike">
                <a:solidFill>
                  <a:schemeClr val="dk1"/>
                </a:solidFill>
                <a:latin typeface="Calibri"/>
                <a:ea typeface="Calibri"/>
                <a:cs typeface="Calibri"/>
                <a:sym typeface="Calibri"/>
              </a:rPr>
              <a:t>לפי גיל</a:t>
            </a:r>
            <a:r>
              <a:rPr lang="iw-IL" sz="3800">
                <a:solidFill>
                  <a:schemeClr val="dk1"/>
                </a:solidFill>
                <a:latin typeface="Calibri"/>
                <a:ea typeface="Calibri"/>
                <a:cs typeface="Calibri"/>
                <a:sym typeface="Calibri"/>
              </a:rPr>
              <a:t> וקצב למידה.</a:t>
            </a:r>
            <a:endParaRPr>
              <a:solidFill>
                <a:schemeClr val="dk1"/>
              </a:solidFill>
            </a:endParaRPr>
          </a:p>
          <a:p>
            <a:pPr indent="-571500" lvl="0" marL="571500" marR="0" rtl="1" algn="r">
              <a:spcBef>
                <a:spcPts val="0"/>
              </a:spcBef>
              <a:spcAft>
                <a:spcPts val="0"/>
              </a:spcAft>
              <a:buClr>
                <a:schemeClr val="dk1"/>
              </a:buClr>
              <a:buSzPts val="3800"/>
              <a:buFont typeface="Arial"/>
              <a:buChar char="•"/>
            </a:pPr>
            <a:r>
              <a:rPr lang="iw-IL" sz="3800">
                <a:solidFill>
                  <a:schemeClr val="dk1"/>
                </a:solidFill>
                <a:latin typeface="Calibri"/>
                <a:ea typeface="Calibri"/>
                <a:cs typeface="Calibri"/>
                <a:sym typeface="Calibri"/>
              </a:rPr>
              <a:t>שיפור </a:t>
            </a:r>
            <a:r>
              <a:rPr b="0" i="0" lang="iw-IL" sz="3800" u="none" cap="none" strike="noStrike">
                <a:solidFill>
                  <a:schemeClr val="dk1"/>
                </a:solidFill>
                <a:latin typeface="Calibri"/>
                <a:ea typeface="Calibri"/>
                <a:cs typeface="Calibri"/>
                <a:sym typeface="Calibri"/>
              </a:rPr>
              <a:t>הממשק</a:t>
            </a:r>
            <a:r>
              <a:rPr lang="iw-IL" sz="3800">
                <a:solidFill>
                  <a:schemeClr val="dk1"/>
                </a:solidFill>
                <a:latin typeface="Calibri"/>
                <a:ea typeface="Calibri"/>
                <a:cs typeface="Calibri"/>
                <a:sym typeface="Calibri"/>
              </a:rPr>
              <a:t>.</a:t>
            </a:r>
            <a:endParaRPr b="0" i="0" sz="3800" u="none" cap="none" strike="noStrike">
              <a:solidFill>
                <a:schemeClr val="dk1"/>
              </a:solidFill>
              <a:latin typeface="Calibri"/>
              <a:ea typeface="Calibri"/>
              <a:cs typeface="Calibri"/>
              <a:sym typeface="Calibri"/>
            </a:endParaRPr>
          </a:p>
        </p:txBody>
      </p:sp>
      <p:pic>
        <p:nvPicPr>
          <p:cNvPr id="93" name="Google Shape;93;p1"/>
          <p:cNvPicPr preferRelativeResize="0"/>
          <p:nvPr/>
        </p:nvPicPr>
        <p:blipFill rotWithShape="1">
          <a:blip r:embed="rId5">
            <a:alphaModFix/>
          </a:blip>
          <a:srcRect b="0" l="0" r="0" t="0"/>
          <a:stretch/>
        </p:blipFill>
        <p:spPr>
          <a:xfrm>
            <a:off x="5096487" y="17994455"/>
            <a:ext cx="7503516" cy="10004688"/>
          </a:xfrm>
          <a:prstGeom prst="rect">
            <a:avLst/>
          </a:prstGeom>
          <a:noFill/>
          <a:ln>
            <a:noFill/>
          </a:ln>
        </p:spPr>
      </p:pic>
      <p:pic>
        <p:nvPicPr>
          <p:cNvPr id="94" name="Google Shape;94;p1"/>
          <p:cNvPicPr preferRelativeResize="0"/>
          <p:nvPr/>
        </p:nvPicPr>
        <p:blipFill rotWithShape="1">
          <a:blip r:embed="rId6">
            <a:alphaModFix/>
          </a:blip>
          <a:srcRect b="0" l="0" r="0" t="0"/>
          <a:stretch/>
        </p:blipFill>
        <p:spPr>
          <a:xfrm>
            <a:off x="938425" y="24186542"/>
            <a:ext cx="7966646" cy="10622195"/>
          </a:xfrm>
          <a:prstGeom prst="rect">
            <a:avLst/>
          </a:prstGeom>
          <a:noFill/>
          <a:ln>
            <a:noFill/>
          </a:ln>
        </p:spPr>
      </p:pic>
      <p:pic>
        <p:nvPicPr>
          <p:cNvPr id="95" name="Google Shape;95;p1"/>
          <p:cNvPicPr preferRelativeResize="0"/>
          <p:nvPr/>
        </p:nvPicPr>
        <p:blipFill>
          <a:blip r:embed="rId7">
            <a:alphaModFix/>
          </a:blip>
          <a:stretch>
            <a:fillRect/>
          </a:stretch>
        </p:blipFill>
        <p:spPr>
          <a:xfrm>
            <a:off x="13263061" y="28929095"/>
            <a:ext cx="4580976" cy="4580976"/>
          </a:xfrm>
          <a:prstGeom prst="rect">
            <a:avLst/>
          </a:prstGeom>
          <a:noFill/>
          <a:ln>
            <a:noFill/>
          </a:ln>
        </p:spPr>
      </p:pic>
      <p:pic>
        <p:nvPicPr>
          <p:cNvPr id="96" name="Google Shape;96;p1"/>
          <p:cNvPicPr preferRelativeResize="0"/>
          <p:nvPr/>
        </p:nvPicPr>
        <p:blipFill>
          <a:blip r:embed="rId8">
            <a:alphaModFix/>
          </a:blip>
          <a:stretch>
            <a:fillRect/>
          </a:stretch>
        </p:blipFill>
        <p:spPr>
          <a:xfrm>
            <a:off x="18282744" y="28929103"/>
            <a:ext cx="4580975" cy="4580975"/>
          </a:xfrm>
          <a:prstGeom prst="rect">
            <a:avLst/>
          </a:prstGeom>
          <a:noFill/>
          <a:ln>
            <a:noFill/>
          </a:ln>
        </p:spPr>
      </p:pic>
      <p:sp>
        <p:nvSpPr>
          <p:cNvPr id="97" name="Google Shape;97;p1"/>
          <p:cNvSpPr/>
          <p:nvPr/>
        </p:nvSpPr>
        <p:spPr>
          <a:xfrm>
            <a:off x="8512006" y="28574078"/>
            <a:ext cx="2772300" cy="1154100"/>
          </a:xfrm>
          <a:prstGeom prst="roundRect">
            <a:avLst>
              <a:gd fmla="val 16667" name="adj"/>
            </a:avLst>
          </a:prstGeom>
          <a:solidFill>
            <a:srgbClr val="F7F1E5"/>
          </a:solid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lang="iw-IL" sz="3800">
                <a:solidFill>
                  <a:schemeClr val="dk1"/>
                </a:solidFill>
                <a:latin typeface="Calibri"/>
                <a:ea typeface="Calibri"/>
                <a:cs typeface="Calibri"/>
                <a:sym typeface="Calibri"/>
              </a:rPr>
              <a:t>דוגמא לסימון הספרה 0</a:t>
            </a:r>
            <a:endParaRPr sz="3800">
              <a:solidFill>
                <a:schemeClr val="dk1"/>
              </a:solidFill>
              <a:latin typeface="Calibri"/>
              <a:ea typeface="Calibri"/>
              <a:cs typeface="Calibri"/>
              <a:sym typeface="Calibri"/>
            </a:endParaRPr>
          </a:p>
        </p:txBody>
      </p:sp>
      <p:sp>
        <p:nvSpPr>
          <p:cNvPr id="98" name="Google Shape;98;p1"/>
          <p:cNvSpPr/>
          <p:nvPr/>
        </p:nvSpPr>
        <p:spPr>
          <a:xfrm>
            <a:off x="2498050" y="19937822"/>
            <a:ext cx="2772300" cy="1154100"/>
          </a:xfrm>
          <a:prstGeom prst="roundRect">
            <a:avLst>
              <a:gd fmla="val 16667" name="adj"/>
            </a:avLst>
          </a:prstGeom>
          <a:solidFill>
            <a:srgbClr val="F7F1E5"/>
          </a:solid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rPr lang="iw-IL" sz="3800">
                <a:solidFill>
                  <a:schemeClr val="dk1"/>
                </a:solidFill>
                <a:latin typeface="Calibri"/>
                <a:ea typeface="Calibri"/>
                <a:cs typeface="Calibri"/>
                <a:sym typeface="Calibri"/>
              </a:rPr>
              <a:t>דוגמא לסימון הספרה 5</a:t>
            </a:r>
            <a:endParaRPr sz="3800">
              <a:solidFill>
                <a:schemeClr val="dk1"/>
              </a:solidFill>
              <a:latin typeface="Calibri"/>
              <a:ea typeface="Calibri"/>
              <a:cs typeface="Calibri"/>
              <a:sym typeface="Calibri"/>
            </a:endParaRPr>
          </a:p>
        </p:txBody>
      </p:sp>
      <p:pic>
        <p:nvPicPr>
          <p:cNvPr id="99" name="Google Shape;99;p1"/>
          <p:cNvPicPr preferRelativeResize="0"/>
          <p:nvPr/>
        </p:nvPicPr>
        <p:blipFill>
          <a:blip r:embed="rId9">
            <a:alphaModFix/>
          </a:blip>
          <a:stretch>
            <a:fillRect/>
          </a:stretch>
        </p:blipFill>
        <p:spPr>
          <a:xfrm>
            <a:off x="5096469" y="20572375"/>
            <a:ext cx="1657350" cy="1685925"/>
          </a:xfrm>
          <a:prstGeom prst="rect">
            <a:avLst/>
          </a:prstGeom>
          <a:noFill/>
          <a:ln>
            <a:noFill/>
          </a:ln>
        </p:spPr>
      </p:pic>
      <p:pic>
        <p:nvPicPr>
          <p:cNvPr id="100" name="Google Shape;100;p1"/>
          <p:cNvPicPr preferRelativeResize="0"/>
          <p:nvPr/>
        </p:nvPicPr>
        <p:blipFill>
          <a:blip r:embed="rId9">
            <a:alphaModFix/>
          </a:blip>
          <a:stretch>
            <a:fillRect/>
          </a:stretch>
        </p:blipFill>
        <p:spPr>
          <a:xfrm rot="5885415">
            <a:off x="6939419" y="28812328"/>
            <a:ext cx="1657350" cy="1685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2019-01-27T10:54:29Z</dcterms:created>
  <dc:creator>Dmitry Patashov</dc:creator>
</cp:coreProperties>
</file>